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808" r:id="rId2"/>
    <p:sldMasterId id="2147483811" r:id="rId3"/>
  </p:sldMasterIdLst>
  <p:sldIdLst>
    <p:sldId id="256" r:id="rId4"/>
    <p:sldId id="257" r:id="rId5"/>
    <p:sldId id="260" r:id="rId6"/>
    <p:sldId id="258" r:id="rId7"/>
    <p:sldId id="261" r:id="rId8"/>
    <p:sldId id="266" r:id="rId9"/>
    <p:sldId id="259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3" r:id="rId19"/>
    <p:sldId id="271" r:id="rId20"/>
    <p:sldId id="272" r:id="rId21"/>
    <p:sldId id="274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-2021179" y="-2292504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rot="-2175913">
            <a:off x="8668285" y="5211805"/>
            <a:ext cx="2274127" cy="2274127"/>
          </a:xfrm>
          <a:prstGeom prst="blockArc">
            <a:avLst>
              <a:gd name="adj1" fmla="val 13003178"/>
              <a:gd name="adj2" fmla="val 2121832"/>
              <a:gd name="adj3" fmla="val 2502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/>
          <p:nvPr/>
        </p:nvSpPr>
        <p:spPr>
          <a:xfrm>
            <a:off x="1807533" y="992767"/>
            <a:ext cx="8348800" cy="3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4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1807533" y="4529167"/>
            <a:ext cx="5398000" cy="7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440000" y="3778833"/>
            <a:ext cx="912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921600" y="1940884"/>
            <a:ext cx="8348800" cy="1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33167" y="4277217"/>
            <a:ext cx="50984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69585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-2278679" y="3990129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3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/>
          <p:nvPr/>
        </p:nvSpPr>
        <p:spPr>
          <a:xfrm rot="9899997">
            <a:off x="9619494" y="-918346"/>
            <a:ext cx="3183681" cy="3183681"/>
          </a:xfrm>
          <a:prstGeom prst="blockArc">
            <a:avLst>
              <a:gd name="adj1" fmla="val 17023199"/>
              <a:gd name="adj2" fmla="val 920811"/>
              <a:gd name="adj3" fmla="val 9035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 txBox="1"/>
          <p:nvPr/>
        </p:nvSpPr>
        <p:spPr>
          <a:xfrm>
            <a:off x="6101833" y="2867800"/>
            <a:ext cx="4484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101833" y="1851767"/>
            <a:ext cx="4484400" cy="17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64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6101833" y="3614433"/>
            <a:ext cx="4484400" cy="9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rot="10800000">
            <a:off x="1408133" y="1783000"/>
            <a:ext cx="3460000" cy="333400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1408133" y="2318733"/>
            <a:ext cx="3460000" cy="22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49212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 rot="10800000">
            <a:off x="10458563" y="-1411735"/>
            <a:ext cx="3309200" cy="33092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4"/>
          <p:cNvSpPr/>
          <p:nvPr/>
        </p:nvSpPr>
        <p:spPr>
          <a:xfrm rot="4458820">
            <a:off x="-1984884" y="5498695"/>
            <a:ext cx="3183776" cy="3183776"/>
          </a:xfrm>
          <a:prstGeom prst="blockArc">
            <a:avLst>
              <a:gd name="adj1" fmla="val 12582103"/>
              <a:gd name="adj2" fmla="val 16685375"/>
              <a:gd name="adj3" fmla="val 102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4"/>
          <p:cNvSpPr txBox="1"/>
          <p:nvPr/>
        </p:nvSpPr>
        <p:spPr>
          <a:xfrm>
            <a:off x="1213100" y="2009667"/>
            <a:ext cx="9753600" cy="4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None/>
            </a:pPr>
            <a:endParaRPr sz="2400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458833" y="578760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937233" y="1409533"/>
            <a:ext cx="10317600" cy="6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94110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5"/>
          <p:cNvSpPr txBox="1"/>
          <p:nvPr/>
        </p:nvSpPr>
        <p:spPr>
          <a:xfrm>
            <a:off x="1458833" y="721967"/>
            <a:ext cx="53204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-1131616" y="5790237"/>
            <a:ext cx="2274000" cy="2274000"/>
          </a:xfrm>
          <a:prstGeom prst="blockArc">
            <a:avLst>
              <a:gd name="adj1" fmla="val 16164733"/>
              <a:gd name="adj2" fmla="val 69283"/>
              <a:gd name="adj3" fmla="val 2367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490200" y="4083507"/>
            <a:ext cx="38912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1490200" y="4586672"/>
            <a:ext cx="3891200" cy="9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6810600" y="4083495"/>
            <a:ext cx="38912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6810600" y="4586665"/>
            <a:ext cx="3891200" cy="9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65617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6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1068484" y="5695371"/>
            <a:ext cx="2274000" cy="2274000"/>
          </a:xfrm>
          <a:prstGeom prst="blockArc">
            <a:avLst>
              <a:gd name="adj1" fmla="val 10676778"/>
              <a:gd name="adj2" fmla="val 16322302"/>
              <a:gd name="adj3" fmla="val 11982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848412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869400" y="1595600"/>
            <a:ext cx="6453200" cy="8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2869400" y="2457600"/>
            <a:ext cx="6453200" cy="28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-671900" y="-998300"/>
            <a:ext cx="2662400" cy="2662400"/>
          </a:xfrm>
          <a:prstGeom prst="donut">
            <a:avLst>
              <a:gd name="adj" fmla="val 1381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05960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8"/>
          <p:cNvSpPr/>
          <p:nvPr/>
        </p:nvSpPr>
        <p:spPr>
          <a:xfrm rot="8605101">
            <a:off x="8569024" y="-620280"/>
            <a:ext cx="2273949" cy="2273949"/>
          </a:xfrm>
          <a:prstGeom prst="blockArc">
            <a:avLst>
              <a:gd name="adj1" fmla="val 13003178"/>
              <a:gd name="adj2" fmla="val 2121832"/>
              <a:gd name="adj3" fmla="val 2502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556600" y="1557667"/>
            <a:ext cx="9078800" cy="34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 rot="-899996">
            <a:off x="-1737667" y="5281237"/>
            <a:ext cx="3339800" cy="3339800"/>
          </a:xfrm>
          <a:prstGeom prst="blockArc">
            <a:avLst>
              <a:gd name="adj1" fmla="val 17160890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45053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Google Shape;60;p9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33">
                <a:solidFill>
                  <a:srgbClr val="595959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33">
              <a:solidFill>
                <a:schemeClr val="dk2"/>
              </a:solidFill>
            </a:endParaRPr>
          </a:p>
        </p:txBody>
      </p:sp>
      <p:sp>
        <p:nvSpPr>
          <p:cNvPr id="61" name="Google Shape;61;p9"/>
          <p:cNvSpPr/>
          <p:nvPr/>
        </p:nvSpPr>
        <p:spPr>
          <a:xfrm rot="-900094">
            <a:off x="5064508" y="5824904"/>
            <a:ext cx="2378253" cy="2378640"/>
          </a:xfrm>
          <a:prstGeom prst="blockArc">
            <a:avLst>
              <a:gd name="adj1" fmla="val 12085351"/>
              <a:gd name="adj2" fmla="val 16819483"/>
              <a:gd name="adj3" fmla="val 1755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9"/>
          <p:cNvSpPr/>
          <p:nvPr/>
        </p:nvSpPr>
        <p:spPr>
          <a:xfrm>
            <a:off x="6096000" y="-98567"/>
            <a:ext cx="6096000" cy="707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9"/>
          <p:cNvSpPr txBox="1"/>
          <p:nvPr/>
        </p:nvSpPr>
        <p:spPr>
          <a:xfrm>
            <a:off x="7064400" y="3422767"/>
            <a:ext cx="4159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7064400" y="5399167"/>
            <a:ext cx="41592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6944967" y="5399167"/>
            <a:ext cx="41592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7183800" y="4398767"/>
            <a:ext cx="4159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6695033" y="1080000"/>
            <a:ext cx="4732800" cy="51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803200" y="1150467"/>
            <a:ext cx="4732800" cy="42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25323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5506000" y="5046867"/>
            <a:ext cx="5735200" cy="92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64291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 rot="4458820">
            <a:off x="-1822251" y="5688428"/>
            <a:ext cx="3183776" cy="3183776"/>
          </a:xfrm>
          <a:prstGeom prst="blockArc">
            <a:avLst>
              <a:gd name="adj1" fmla="val 12020406"/>
              <a:gd name="adj2" fmla="val 16274686"/>
              <a:gd name="adj3" fmla="val 1015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1"/>
          <p:cNvSpPr/>
          <p:nvPr/>
        </p:nvSpPr>
        <p:spPr>
          <a:xfrm rot="10800000">
            <a:off x="3324200" y="1368867"/>
            <a:ext cx="5543600" cy="3558800"/>
          </a:xfrm>
          <a:prstGeom prst="round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3324200" y="1927100"/>
            <a:ext cx="5543600" cy="2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2"/>
          </p:nvPr>
        </p:nvSpPr>
        <p:spPr>
          <a:xfrm>
            <a:off x="3324133" y="5111433"/>
            <a:ext cx="5543600" cy="7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 rot="10800000">
            <a:off x="9580555" y="-2590671"/>
            <a:ext cx="4905600" cy="4905600"/>
          </a:xfrm>
          <a:prstGeom prst="blockArc">
            <a:avLst>
              <a:gd name="adj1" fmla="val 15904124"/>
              <a:gd name="adj2" fmla="val 21548879"/>
              <a:gd name="adj3" fmla="val 959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72868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06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-102400" y="-102000"/>
            <a:ext cx="6185200" cy="70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13"/>
          <p:cNvSpPr/>
          <p:nvPr/>
        </p:nvSpPr>
        <p:spPr>
          <a:xfrm rot="10800000">
            <a:off x="980400" y="965433"/>
            <a:ext cx="4322000" cy="5261200"/>
          </a:xfrm>
          <a:prstGeom prst="round1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7878667" y="799965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2"/>
          </p:nvPr>
        </p:nvSpPr>
        <p:spPr>
          <a:xfrm>
            <a:off x="7878667" y="1380421"/>
            <a:ext cx="32640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3"/>
          </p:nvPr>
        </p:nvSpPr>
        <p:spPr>
          <a:xfrm>
            <a:off x="7878667" y="2704699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4"/>
          </p:nvPr>
        </p:nvSpPr>
        <p:spPr>
          <a:xfrm>
            <a:off x="7878667" y="3260021"/>
            <a:ext cx="32640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7878667" y="4609432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6"/>
          </p:nvPr>
        </p:nvSpPr>
        <p:spPr>
          <a:xfrm>
            <a:off x="7878667" y="5139621"/>
            <a:ext cx="32640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1109200" y="956233"/>
            <a:ext cx="4193200" cy="52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87742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14"/>
          <p:cNvSpPr/>
          <p:nvPr/>
        </p:nvSpPr>
        <p:spPr>
          <a:xfrm>
            <a:off x="951200" y="1659200"/>
            <a:ext cx="10289600" cy="447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553600" y="2457813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2"/>
          </p:nvPr>
        </p:nvSpPr>
        <p:spPr>
          <a:xfrm>
            <a:off x="2553600" y="2908939"/>
            <a:ext cx="326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3"/>
          </p:nvPr>
        </p:nvSpPr>
        <p:spPr>
          <a:xfrm>
            <a:off x="2553600" y="4090612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4"/>
          </p:nvPr>
        </p:nvSpPr>
        <p:spPr>
          <a:xfrm>
            <a:off x="2553600" y="4538481"/>
            <a:ext cx="326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7408467" y="2457813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6"/>
          </p:nvPr>
        </p:nvSpPr>
        <p:spPr>
          <a:xfrm>
            <a:off x="7408467" y="2908939"/>
            <a:ext cx="326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951200" y="577967"/>
            <a:ext cx="10289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7"/>
          </p:nvPr>
        </p:nvSpPr>
        <p:spPr>
          <a:xfrm>
            <a:off x="7408467" y="4090612"/>
            <a:ext cx="32640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8"/>
          </p:nvPr>
        </p:nvSpPr>
        <p:spPr>
          <a:xfrm>
            <a:off x="7408467" y="4538481"/>
            <a:ext cx="326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9" hasCustomPrompt="1"/>
          </p:nvPr>
        </p:nvSpPr>
        <p:spPr>
          <a:xfrm>
            <a:off x="1519533" y="2804865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 idx="13" hasCustomPrompt="1"/>
          </p:nvPr>
        </p:nvSpPr>
        <p:spPr>
          <a:xfrm>
            <a:off x="1519533" y="4428499"/>
            <a:ext cx="878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4" hasCustomPrompt="1"/>
          </p:nvPr>
        </p:nvSpPr>
        <p:spPr>
          <a:xfrm>
            <a:off x="6374400" y="2804865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5" hasCustomPrompt="1"/>
          </p:nvPr>
        </p:nvSpPr>
        <p:spPr>
          <a:xfrm>
            <a:off x="6374400" y="4434499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/>
          <p:nvPr/>
        </p:nvSpPr>
        <p:spPr>
          <a:xfrm>
            <a:off x="10479500" y="462067"/>
            <a:ext cx="2205600" cy="2205600"/>
          </a:xfrm>
          <a:prstGeom prst="donut">
            <a:avLst>
              <a:gd name="adj" fmla="val 1149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14"/>
          <p:cNvSpPr/>
          <p:nvPr/>
        </p:nvSpPr>
        <p:spPr>
          <a:xfrm>
            <a:off x="-552700" y="2197884"/>
            <a:ext cx="960400" cy="960400"/>
          </a:xfrm>
          <a:prstGeom prst="donut">
            <a:avLst>
              <a:gd name="adj" fmla="val 199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14"/>
          <p:cNvSpPr/>
          <p:nvPr/>
        </p:nvSpPr>
        <p:spPr>
          <a:xfrm>
            <a:off x="11724700" y="4354167"/>
            <a:ext cx="960400" cy="960400"/>
          </a:xfrm>
          <a:prstGeom prst="donut">
            <a:avLst>
              <a:gd name="adj" fmla="val 199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79771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-575933" y="-566400"/>
            <a:ext cx="2205600" cy="2205600"/>
          </a:xfrm>
          <a:prstGeom prst="donut">
            <a:avLst>
              <a:gd name="adj" fmla="val 1149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5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5"/>
          <p:cNvSpPr/>
          <p:nvPr/>
        </p:nvSpPr>
        <p:spPr>
          <a:xfrm rot="10800000">
            <a:off x="7788000" y="533000"/>
            <a:ext cx="3460000" cy="333400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2006367" y="1852600"/>
            <a:ext cx="44844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64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2006367" y="4069000"/>
            <a:ext cx="4484400" cy="9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 idx="2" hasCustomPrompt="1"/>
          </p:nvPr>
        </p:nvSpPr>
        <p:spPr>
          <a:xfrm>
            <a:off x="7780967" y="1063033"/>
            <a:ext cx="3460000" cy="22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213667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 rot="10800000">
            <a:off x="9631121" y="-2075837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" name="Google Shape;117;p16"/>
          <p:cNvSpPr/>
          <p:nvPr/>
        </p:nvSpPr>
        <p:spPr>
          <a:xfrm rot="10800000" flipH="1">
            <a:off x="951200" y="533000"/>
            <a:ext cx="3460000" cy="333400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5560933" y="1852600"/>
            <a:ext cx="44844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64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ubTitle" idx="1"/>
          </p:nvPr>
        </p:nvSpPr>
        <p:spPr>
          <a:xfrm>
            <a:off x="5560933" y="4069000"/>
            <a:ext cx="4484400" cy="9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title" idx="2" hasCustomPrompt="1"/>
          </p:nvPr>
        </p:nvSpPr>
        <p:spPr>
          <a:xfrm>
            <a:off x="951200" y="1063033"/>
            <a:ext cx="3460000" cy="22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709654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 flipH="1">
            <a:off x="9592455" y="3990129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17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7"/>
          <p:cNvSpPr/>
          <p:nvPr/>
        </p:nvSpPr>
        <p:spPr>
          <a:xfrm rot="10800000" flipH="1">
            <a:off x="7312033" y="1583351"/>
            <a:ext cx="3460000" cy="333400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1370133" y="1673967"/>
            <a:ext cx="54444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64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1370133" y="3890367"/>
            <a:ext cx="5444400" cy="9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 idx="2" hasCustomPrompt="1"/>
          </p:nvPr>
        </p:nvSpPr>
        <p:spPr>
          <a:xfrm>
            <a:off x="7312033" y="2124967"/>
            <a:ext cx="3460000" cy="22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4480287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8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1"/>
          </p:nvPr>
        </p:nvSpPr>
        <p:spPr>
          <a:xfrm>
            <a:off x="1374367" y="42179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2"/>
          </p:nvPr>
        </p:nvSpPr>
        <p:spPr>
          <a:xfrm>
            <a:off x="1374367" y="4641167"/>
            <a:ext cx="3004000" cy="9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3"/>
          </p:nvPr>
        </p:nvSpPr>
        <p:spPr>
          <a:xfrm>
            <a:off x="4594000" y="42179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4"/>
          </p:nvPr>
        </p:nvSpPr>
        <p:spPr>
          <a:xfrm>
            <a:off x="4594000" y="4641167"/>
            <a:ext cx="3004000" cy="9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5"/>
          </p:nvPr>
        </p:nvSpPr>
        <p:spPr>
          <a:xfrm>
            <a:off x="7813633" y="42179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6"/>
          </p:nvPr>
        </p:nvSpPr>
        <p:spPr>
          <a:xfrm>
            <a:off x="7813633" y="4641167"/>
            <a:ext cx="3004000" cy="9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-1172249" y="5749571"/>
            <a:ext cx="2274000" cy="2274000"/>
          </a:xfrm>
          <a:prstGeom prst="blockArc">
            <a:avLst>
              <a:gd name="adj1" fmla="val 16164733"/>
              <a:gd name="adj2" fmla="val 104114"/>
              <a:gd name="adj3" fmla="val 1277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73975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"/>
          </p:nvPr>
        </p:nvSpPr>
        <p:spPr>
          <a:xfrm>
            <a:off x="1374367" y="4894800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2"/>
          </p:nvPr>
        </p:nvSpPr>
        <p:spPr>
          <a:xfrm>
            <a:off x="1374367" y="5318000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3"/>
          </p:nvPr>
        </p:nvSpPr>
        <p:spPr>
          <a:xfrm>
            <a:off x="4594000" y="4894800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4"/>
          </p:nvPr>
        </p:nvSpPr>
        <p:spPr>
          <a:xfrm>
            <a:off x="4594000" y="5318000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5"/>
          </p:nvPr>
        </p:nvSpPr>
        <p:spPr>
          <a:xfrm>
            <a:off x="7813633" y="4894800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6"/>
          </p:nvPr>
        </p:nvSpPr>
        <p:spPr>
          <a:xfrm>
            <a:off x="7813633" y="5318000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11033267" y="5318000"/>
            <a:ext cx="2201200" cy="2201200"/>
          </a:xfrm>
          <a:prstGeom prst="donut">
            <a:avLst>
              <a:gd name="adj" fmla="val 1371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" name="Google Shape;149;p19"/>
          <p:cNvSpPr/>
          <p:nvPr/>
        </p:nvSpPr>
        <p:spPr>
          <a:xfrm>
            <a:off x="-1292500" y="1943100"/>
            <a:ext cx="2201200" cy="2201200"/>
          </a:xfrm>
          <a:prstGeom prst="donut">
            <a:avLst>
              <a:gd name="adj" fmla="val 1371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" name="Google Shape;150;p19"/>
          <p:cNvSpPr>
            <a:spLocks noGrp="1"/>
          </p:cNvSpPr>
          <p:nvPr>
            <p:ph type="pic" idx="7"/>
          </p:nvPr>
        </p:nvSpPr>
        <p:spPr>
          <a:xfrm>
            <a:off x="1637232" y="1679200"/>
            <a:ext cx="2474800" cy="3096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>
            <a:spLocks noGrp="1"/>
          </p:cNvSpPr>
          <p:nvPr>
            <p:ph type="pic" idx="8"/>
          </p:nvPr>
        </p:nvSpPr>
        <p:spPr>
          <a:xfrm>
            <a:off x="4860399" y="1679200"/>
            <a:ext cx="2474800" cy="3096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9"/>
          <p:cNvSpPr>
            <a:spLocks noGrp="1"/>
          </p:cNvSpPr>
          <p:nvPr>
            <p:ph type="pic" idx="9"/>
          </p:nvPr>
        </p:nvSpPr>
        <p:spPr>
          <a:xfrm>
            <a:off x="8080015" y="1679200"/>
            <a:ext cx="2474800" cy="3096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1268715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 and six columns 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20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951200" y="329467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2"/>
          </p:nvPr>
        </p:nvSpPr>
        <p:spPr>
          <a:xfrm>
            <a:off x="951200" y="3698559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ubTitle" idx="3"/>
          </p:nvPr>
        </p:nvSpPr>
        <p:spPr>
          <a:xfrm>
            <a:off x="8236967" y="487553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4"/>
          </p:nvPr>
        </p:nvSpPr>
        <p:spPr>
          <a:xfrm>
            <a:off x="8236967" y="5279416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5"/>
          </p:nvPr>
        </p:nvSpPr>
        <p:spPr>
          <a:xfrm>
            <a:off x="8236967" y="329467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6"/>
          </p:nvPr>
        </p:nvSpPr>
        <p:spPr>
          <a:xfrm>
            <a:off x="8236967" y="3698559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7"/>
          </p:nvPr>
        </p:nvSpPr>
        <p:spPr>
          <a:xfrm>
            <a:off x="951200" y="171796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8"/>
          </p:nvPr>
        </p:nvSpPr>
        <p:spPr>
          <a:xfrm>
            <a:off x="951200" y="2121845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subTitle" idx="9"/>
          </p:nvPr>
        </p:nvSpPr>
        <p:spPr>
          <a:xfrm>
            <a:off x="951200" y="487553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subTitle" idx="13"/>
          </p:nvPr>
        </p:nvSpPr>
        <p:spPr>
          <a:xfrm>
            <a:off x="951200" y="5279416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ubTitle" idx="14"/>
          </p:nvPr>
        </p:nvSpPr>
        <p:spPr>
          <a:xfrm>
            <a:off x="8236967" y="171796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subTitle" idx="15"/>
          </p:nvPr>
        </p:nvSpPr>
        <p:spPr>
          <a:xfrm>
            <a:off x="8236967" y="2121845"/>
            <a:ext cx="3004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11068484" y="5695371"/>
            <a:ext cx="2274000" cy="2274000"/>
          </a:xfrm>
          <a:prstGeom prst="blockArc">
            <a:avLst>
              <a:gd name="adj1" fmla="val 10676778"/>
              <a:gd name="adj2" fmla="val 16322302"/>
              <a:gd name="adj3" fmla="val 11982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20"/>
          <p:cNvSpPr>
            <a:spLocks noGrp="1"/>
          </p:cNvSpPr>
          <p:nvPr>
            <p:ph type="pic" idx="16"/>
          </p:nvPr>
        </p:nvSpPr>
        <p:spPr>
          <a:xfrm>
            <a:off x="4767848" y="2311975"/>
            <a:ext cx="2658000" cy="3218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5276795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 1">
  <p:cSld name="Title and six columns  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3" name="Google Shape;173;p21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1"/>
          <p:cNvSpPr txBox="1">
            <a:spLocks noGrp="1"/>
          </p:cNvSpPr>
          <p:nvPr>
            <p:ph type="subTitle" idx="1"/>
          </p:nvPr>
        </p:nvSpPr>
        <p:spPr>
          <a:xfrm>
            <a:off x="1374367" y="44903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ubTitle" idx="2"/>
          </p:nvPr>
        </p:nvSpPr>
        <p:spPr>
          <a:xfrm>
            <a:off x="1374367" y="4913567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subTitle" idx="3"/>
          </p:nvPr>
        </p:nvSpPr>
        <p:spPr>
          <a:xfrm>
            <a:off x="4594000" y="44903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4"/>
          </p:nvPr>
        </p:nvSpPr>
        <p:spPr>
          <a:xfrm>
            <a:off x="4594000" y="4913567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ubTitle" idx="5"/>
          </p:nvPr>
        </p:nvSpPr>
        <p:spPr>
          <a:xfrm>
            <a:off x="7813633" y="4490367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ubTitle" idx="6"/>
          </p:nvPr>
        </p:nvSpPr>
        <p:spPr>
          <a:xfrm>
            <a:off x="7813633" y="4913567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ubTitle" idx="7"/>
          </p:nvPr>
        </p:nvSpPr>
        <p:spPr>
          <a:xfrm>
            <a:off x="1374367" y="242663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subTitle" idx="8"/>
          </p:nvPr>
        </p:nvSpPr>
        <p:spPr>
          <a:xfrm>
            <a:off x="1374367" y="2849833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subTitle" idx="9"/>
          </p:nvPr>
        </p:nvSpPr>
        <p:spPr>
          <a:xfrm>
            <a:off x="4594000" y="242663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ubTitle" idx="13"/>
          </p:nvPr>
        </p:nvSpPr>
        <p:spPr>
          <a:xfrm>
            <a:off x="4594000" y="2849833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subTitle" idx="14"/>
          </p:nvPr>
        </p:nvSpPr>
        <p:spPr>
          <a:xfrm>
            <a:off x="7813633" y="2426633"/>
            <a:ext cx="3004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subTitle" idx="15"/>
          </p:nvPr>
        </p:nvSpPr>
        <p:spPr>
          <a:xfrm>
            <a:off x="7813633" y="2849833"/>
            <a:ext cx="30040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11068484" y="5695371"/>
            <a:ext cx="2274000" cy="2274000"/>
          </a:xfrm>
          <a:prstGeom prst="blockArc">
            <a:avLst>
              <a:gd name="adj1" fmla="val 10676778"/>
              <a:gd name="adj2" fmla="val 16322302"/>
              <a:gd name="adj3" fmla="val 11982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0934524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 rot="5400000">
            <a:off x="-1397904" y="-1492835"/>
            <a:ext cx="3187200" cy="3187200"/>
          </a:xfrm>
          <a:prstGeom prst="blockArc">
            <a:avLst>
              <a:gd name="adj1" fmla="val 15904124"/>
              <a:gd name="adj2" fmla="val 472041"/>
              <a:gd name="adj3" fmla="val 76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0" name="Google Shape;190;p22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22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2"/>
          <p:cNvSpPr/>
          <p:nvPr/>
        </p:nvSpPr>
        <p:spPr>
          <a:xfrm rot="-2700000">
            <a:off x="11575084" y="6188216"/>
            <a:ext cx="1344635" cy="1344635"/>
          </a:xfrm>
          <a:prstGeom prst="blockArc">
            <a:avLst>
              <a:gd name="adj1" fmla="val 13339976"/>
              <a:gd name="adj2" fmla="val 19973339"/>
              <a:gd name="adj3" fmla="val 2794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1"/>
          </p:nvPr>
        </p:nvSpPr>
        <p:spPr>
          <a:xfrm>
            <a:off x="2270875" y="2013261"/>
            <a:ext cx="36736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2"/>
          </p:nvPr>
        </p:nvSpPr>
        <p:spPr>
          <a:xfrm>
            <a:off x="2270875" y="2492119"/>
            <a:ext cx="36736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subTitle" idx="3"/>
          </p:nvPr>
        </p:nvSpPr>
        <p:spPr>
          <a:xfrm>
            <a:off x="2270875" y="4216936"/>
            <a:ext cx="36736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4"/>
          </p:nvPr>
        </p:nvSpPr>
        <p:spPr>
          <a:xfrm>
            <a:off x="2270875" y="4695793"/>
            <a:ext cx="36736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subTitle" idx="5"/>
          </p:nvPr>
        </p:nvSpPr>
        <p:spPr>
          <a:xfrm>
            <a:off x="7499208" y="2013261"/>
            <a:ext cx="36736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22"/>
          <p:cNvSpPr txBox="1">
            <a:spLocks noGrp="1"/>
          </p:cNvSpPr>
          <p:nvPr>
            <p:ph type="subTitle" idx="6"/>
          </p:nvPr>
        </p:nvSpPr>
        <p:spPr>
          <a:xfrm>
            <a:off x="7499208" y="2492119"/>
            <a:ext cx="36736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subTitle" idx="7"/>
          </p:nvPr>
        </p:nvSpPr>
        <p:spPr>
          <a:xfrm>
            <a:off x="7499208" y="4216933"/>
            <a:ext cx="36736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ubTitle" idx="8"/>
          </p:nvPr>
        </p:nvSpPr>
        <p:spPr>
          <a:xfrm>
            <a:off x="7499208" y="4695791"/>
            <a:ext cx="3673600" cy="10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414427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177767" y="-1287500"/>
            <a:ext cx="1814400" cy="1814400"/>
          </a:xfrm>
          <a:prstGeom prst="donut">
            <a:avLst>
              <a:gd name="adj" fmla="val 1508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4" name="Google Shape;204;p23"/>
          <p:cNvSpPr/>
          <p:nvPr/>
        </p:nvSpPr>
        <p:spPr>
          <a:xfrm>
            <a:off x="-1082833" y="3243967"/>
            <a:ext cx="1814400" cy="1814400"/>
          </a:xfrm>
          <a:prstGeom prst="donut">
            <a:avLst>
              <a:gd name="adj" fmla="val 150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5" name="Google Shape;205;p23"/>
          <p:cNvSpPr/>
          <p:nvPr/>
        </p:nvSpPr>
        <p:spPr>
          <a:xfrm>
            <a:off x="7104167" y="6266667"/>
            <a:ext cx="1814400" cy="1814400"/>
          </a:xfrm>
          <a:prstGeom prst="donut">
            <a:avLst>
              <a:gd name="adj" fmla="val 1391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6" name="Google Shape;206;p23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" name="Google Shape;207;p23"/>
          <p:cNvSpPr txBox="1"/>
          <p:nvPr/>
        </p:nvSpPr>
        <p:spPr>
          <a:xfrm>
            <a:off x="1458833" y="5187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3"/>
          <p:cNvSpPr/>
          <p:nvPr/>
        </p:nvSpPr>
        <p:spPr>
          <a:xfrm rot="-2700000">
            <a:off x="11575084" y="6188216"/>
            <a:ext cx="1344635" cy="1344635"/>
          </a:xfrm>
          <a:prstGeom prst="blockArc">
            <a:avLst>
              <a:gd name="adj1" fmla="val 13339976"/>
              <a:gd name="adj2" fmla="val 19973339"/>
              <a:gd name="adj3" fmla="val 2794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9" name="Google Shape;209;p23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1"/>
          </p:nvPr>
        </p:nvSpPr>
        <p:spPr>
          <a:xfrm>
            <a:off x="951200" y="4217967"/>
            <a:ext cx="23224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2"/>
          </p:nvPr>
        </p:nvSpPr>
        <p:spPr>
          <a:xfrm>
            <a:off x="951200" y="4641167"/>
            <a:ext cx="23224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subTitle" idx="3"/>
          </p:nvPr>
        </p:nvSpPr>
        <p:spPr>
          <a:xfrm>
            <a:off x="3606988" y="2211867"/>
            <a:ext cx="23224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subTitle" idx="4"/>
          </p:nvPr>
        </p:nvSpPr>
        <p:spPr>
          <a:xfrm>
            <a:off x="3606988" y="2635067"/>
            <a:ext cx="23224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subTitle" idx="5"/>
          </p:nvPr>
        </p:nvSpPr>
        <p:spPr>
          <a:xfrm>
            <a:off x="6262777" y="4217967"/>
            <a:ext cx="23224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3"/>
          <p:cNvSpPr txBox="1">
            <a:spLocks noGrp="1"/>
          </p:cNvSpPr>
          <p:nvPr>
            <p:ph type="subTitle" idx="6"/>
          </p:nvPr>
        </p:nvSpPr>
        <p:spPr>
          <a:xfrm>
            <a:off x="6262777" y="4641167"/>
            <a:ext cx="23224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subTitle" idx="7"/>
          </p:nvPr>
        </p:nvSpPr>
        <p:spPr>
          <a:xfrm>
            <a:off x="8918565" y="2211867"/>
            <a:ext cx="23224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3"/>
          <p:cNvSpPr txBox="1">
            <a:spLocks noGrp="1"/>
          </p:cNvSpPr>
          <p:nvPr>
            <p:ph type="subTitle" idx="8"/>
          </p:nvPr>
        </p:nvSpPr>
        <p:spPr>
          <a:xfrm>
            <a:off x="8918565" y="2635067"/>
            <a:ext cx="23224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07879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>
            <a:spLocks noGrp="1"/>
          </p:cNvSpPr>
          <p:nvPr>
            <p:ph type="pic" idx="2"/>
          </p:nvPr>
        </p:nvSpPr>
        <p:spPr>
          <a:xfrm>
            <a:off x="955963" y="1627600"/>
            <a:ext cx="3682000" cy="4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4"/>
          <p:cNvSpPr/>
          <p:nvPr/>
        </p:nvSpPr>
        <p:spPr>
          <a:xfrm>
            <a:off x="177767" y="-1287500"/>
            <a:ext cx="1814400" cy="1814400"/>
          </a:xfrm>
          <a:prstGeom prst="donut">
            <a:avLst>
              <a:gd name="adj" fmla="val 1508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24"/>
          <p:cNvSpPr/>
          <p:nvPr/>
        </p:nvSpPr>
        <p:spPr>
          <a:xfrm>
            <a:off x="-1082833" y="3243967"/>
            <a:ext cx="1814400" cy="1814400"/>
          </a:xfrm>
          <a:prstGeom prst="donut">
            <a:avLst>
              <a:gd name="adj" fmla="val 150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24"/>
          <p:cNvSpPr/>
          <p:nvPr/>
        </p:nvSpPr>
        <p:spPr>
          <a:xfrm>
            <a:off x="7104167" y="6266667"/>
            <a:ext cx="1814400" cy="1814400"/>
          </a:xfrm>
          <a:prstGeom prst="donut">
            <a:avLst>
              <a:gd name="adj" fmla="val 1391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24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4" name="Google Shape;224;p24"/>
          <p:cNvSpPr/>
          <p:nvPr/>
        </p:nvSpPr>
        <p:spPr>
          <a:xfrm rot="-2700000">
            <a:off x="11575084" y="6188216"/>
            <a:ext cx="1344635" cy="1344635"/>
          </a:xfrm>
          <a:prstGeom prst="blockArc">
            <a:avLst>
              <a:gd name="adj1" fmla="val 13339976"/>
              <a:gd name="adj2" fmla="val 19973339"/>
              <a:gd name="adj3" fmla="val 2794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5165033" y="2108800"/>
            <a:ext cx="23532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3"/>
          </p:nvPr>
        </p:nvSpPr>
        <p:spPr>
          <a:xfrm>
            <a:off x="5165033" y="2519388"/>
            <a:ext cx="2353200" cy="1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4"/>
          </p:nvPr>
        </p:nvSpPr>
        <p:spPr>
          <a:xfrm>
            <a:off x="8887765" y="2108800"/>
            <a:ext cx="23532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5"/>
          </p:nvPr>
        </p:nvSpPr>
        <p:spPr>
          <a:xfrm>
            <a:off x="8887765" y="2519388"/>
            <a:ext cx="2353200" cy="1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ubTitle" idx="6"/>
          </p:nvPr>
        </p:nvSpPr>
        <p:spPr>
          <a:xfrm>
            <a:off x="5165033" y="4141708"/>
            <a:ext cx="23532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ubTitle" idx="7"/>
          </p:nvPr>
        </p:nvSpPr>
        <p:spPr>
          <a:xfrm>
            <a:off x="5165033" y="4552296"/>
            <a:ext cx="2353200" cy="1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subTitle" idx="8"/>
          </p:nvPr>
        </p:nvSpPr>
        <p:spPr>
          <a:xfrm>
            <a:off x="8887765" y="4141708"/>
            <a:ext cx="23532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subTitle" idx="9"/>
          </p:nvPr>
        </p:nvSpPr>
        <p:spPr>
          <a:xfrm>
            <a:off x="8887765" y="4552296"/>
            <a:ext cx="2353200" cy="1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title" idx="13" hasCustomPrompt="1"/>
          </p:nvPr>
        </p:nvSpPr>
        <p:spPr>
          <a:xfrm>
            <a:off x="4136533" y="2555299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35" name="Google Shape;235;p24"/>
          <p:cNvSpPr txBox="1">
            <a:spLocks noGrp="1"/>
          </p:cNvSpPr>
          <p:nvPr>
            <p:ph type="title" idx="14" hasCustomPrompt="1"/>
          </p:nvPr>
        </p:nvSpPr>
        <p:spPr>
          <a:xfrm>
            <a:off x="7860267" y="2555299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36" name="Google Shape;236;p24"/>
          <p:cNvSpPr txBox="1">
            <a:spLocks noGrp="1"/>
          </p:cNvSpPr>
          <p:nvPr>
            <p:ph type="title" idx="15" hasCustomPrompt="1"/>
          </p:nvPr>
        </p:nvSpPr>
        <p:spPr>
          <a:xfrm>
            <a:off x="4136533" y="4588207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37" name="Google Shape;237;p24"/>
          <p:cNvSpPr txBox="1">
            <a:spLocks noGrp="1"/>
          </p:cNvSpPr>
          <p:nvPr>
            <p:ph type="title" idx="16" hasCustomPrompt="1"/>
          </p:nvPr>
        </p:nvSpPr>
        <p:spPr>
          <a:xfrm>
            <a:off x="7860267" y="4588207"/>
            <a:ext cx="878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9465970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0"/>
            <a:ext cx="6667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25"/>
          <p:cNvSpPr/>
          <p:nvPr/>
        </p:nvSpPr>
        <p:spPr>
          <a:xfrm rot="10800000">
            <a:off x="1172800" y="798400"/>
            <a:ext cx="4322000" cy="5261200"/>
          </a:xfrm>
          <a:prstGeom prst="round1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" name="Google Shape;241;p25"/>
          <p:cNvSpPr txBox="1">
            <a:spLocks noGrp="1"/>
          </p:cNvSpPr>
          <p:nvPr>
            <p:ph type="title"/>
          </p:nvPr>
        </p:nvSpPr>
        <p:spPr>
          <a:xfrm>
            <a:off x="1257400" y="2690200"/>
            <a:ext cx="4152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1"/>
          </p:nvPr>
        </p:nvSpPr>
        <p:spPr>
          <a:xfrm>
            <a:off x="7604967" y="740899"/>
            <a:ext cx="36360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subTitle" idx="2"/>
          </p:nvPr>
        </p:nvSpPr>
        <p:spPr>
          <a:xfrm>
            <a:off x="7604967" y="1151487"/>
            <a:ext cx="3636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25"/>
          <p:cNvSpPr txBox="1">
            <a:spLocks noGrp="1"/>
          </p:cNvSpPr>
          <p:nvPr>
            <p:ph type="subTitle" idx="3"/>
          </p:nvPr>
        </p:nvSpPr>
        <p:spPr>
          <a:xfrm>
            <a:off x="7604967" y="3499484"/>
            <a:ext cx="36360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subTitle" idx="4"/>
          </p:nvPr>
        </p:nvSpPr>
        <p:spPr>
          <a:xfrm>
            <a:off x="7604967" y="3910072"/>
            <a:ext cx="3636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subTitle" idx="5"/>
          </p:nvPr>
        </p:nvSpPr>
        <p:spPr>
          <a:xfrm>
            <a:off x="7604967" y="2122377"/>
            <a:ext cx="36360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25"/>
          <p:cNvSpPr txBox="1">
            <a:spLocks noGrp="1"/>
          </p:cNvSpPr>
          <p:nvPr>
            <p:ph type="subTitle" idx="6"/>
          </p:nvPr>
        </p:nvSpPr>
        <p:spPr>
          <a:xfrm>
            <a:off x="7604967" y="2532965"/>
            <a:ext cx="3636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25"/>
          <p:cNvSpPr txBox="1">
            <a:spLocks noGrp="1"/>
          </p:cNvSpPr>
          <p:nvPr>
            <p:ph type="subTitle" idx="7"/>
          </p:nvPr>
        </p:nvSpPr>
        <p:spPr>
          <a:xfrm>
            <a:off x="7604967" y="4875739"/>
            <a:ext cx="36360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subTitle" idx="8"/>
          </p:nvPr>
        </p:nvSpPr>
        <p:spPr>
          <a:xfrm>
            <a:off x="7604967" y="5286327"/>
            <a:ext cx="36360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291609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Title and four columns 4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63900" y="-402633"/>
            <a:ext cx="2832800" cy="2832800"/>
          </a:xfrm>
          <a:prstGeom prst="donut">
            <a:avLst>
              <a:gd name="adj" fmla="val 109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26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3115900" y="1905367"/>
            <a:ext cx="25360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115900" y="2315955"/>
            <a:ext cx="2536000" cy="11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8383076" y="1905367"/>
            <a:ext cx="2536000" cy="5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383076" y="2315955"/>
            <a:ext cx="2536000" cy="11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115900" y="4347012"/>
            <a:ext cx="25360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3115900" y="4757600"/>
            <a:ext cx="2536000" cy="11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ubTitle" idx="7"/>
          </p:nvPr>
        </p:nvSpPr>
        <p:spPr>
          <a:xfrm>
            <a:off x="8383076" y="4347012"/>
            <a:ext cx="25360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ubTitle" idx="8"/>
          </p:nvPr>
        </p:nvSpPr>
        <p:spPr>
          <a:xfrm>
            <a:off x="8383076" y="4757600"/>
            <a:ext cx="2536000" cy="110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43487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27"/>
          <p:cNvSpPr/>
          <p:nvPr/>
        </p:nvSpPr>
        <p:spPr>
          <a:xfrm rot="1339804">
            <a:off x="-691258" y="6180613"/>
            <a:ext cx="1344417" cy="1344417"/>
          </a:xfrm>
          <a:prstGeom prst="blockArc">
            <a:avLst>
              <a:gd name="adj1" fmla="val 14875850"/>
              <a:gd name="adj2" fmla="val 20435345"/>
              <a:gd name="adj3" fmla="val 2802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27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6" name="Google Shape;266;p27"/>
          <p:cNvSpPr txBox="1">
            <a:spLocks noGrp="1"/>
          </p:cNvSpPr>
          <p:nvPr>
            <p:ph type="title" idx="2" hasCustomPrompt="1"/>
          </p:nvPr>
        </p:nvSpPr>
        <p:spPr>
          <a:xfrm>
            <a:off x="3165133" y="1678200"/>
            <a:ext cx="2691200" cy="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t>xx%</a:t>
            </a:r>
          </a:p>
        </p:txBody>
      </p:sp>
      <p:sp>
        <p:nvSpPr>
          <p:cNvPr id="267" name="Google Shape;267;p27"/>
          <p:cNvSpPr txBox="1">
            <a:spLocks noGrp="1"/>
          </p:cNvSpPr>
          <p:nvPr>
            <p:ph type="subTitle" idx="1"/>
          </p:nvPr>
        </p:nvSpPr>
        <p:spPr>
          <a:xfrm>
            <a:off x="3165133" y="2041867"/>
            <a:ext cx="2691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subTitle" idx="3"/>
          </p:nvPr>
        </p:nvSpPr>
        <p:spPr>
          <a:xfrm>
            <a:off x="3165133" y="2566667"/>
            <a:ext cx="26912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9" name="Google Shape;269;p27"/>
          <p:cNvSpPr txBox="1">
            <a:spLocks noGrp="1"/>
          </p:cNvSpPr>
          <p:nvPr>
            <p:ph type="title" idx="4" hasCustomPrompt="1"/>
          </p:nvPr>
        </p:nvSpPr>
        <p:spPr>
          <a:xfrm>
            <a:off x="3165133" y="4131533"/>
            <a:ext cx="2691200" cy="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t>xx%</a:t>
            </a:r>
          </a:p>
        </p:txBody>
      </p:sp>
      <p:sp>
        <p:nvSpPr>
          <p:cNvPr id="270" name="Google Shape;270;p27"/>
          <p:cNvSpPr txBox="1">
            <a:spLocks noGrp="1"/>
          </p:cNvSpPr>
          <p:nvPr>
            <p:ph type="subTitle" idx="5"/>
          </p:nvPr>
        </p:nvSpPr>
        <p:spPr>
          <a:xfrm>
            <a:off x="3165133" y="4495200"/>
            <a:ext cx="2691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6"/>
          </p:nvPr>
        </p:nvSpPr>
        <p:spPr>
          <a:xfrm>
            <a:off x="3165133" y="5020000"/>
            <a:ext cx="26912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title" idx="7" hasCustomPrompt="1"/>
          </p:nvPr>
        </p:nvSpPr>
        <p:spPr>
          <a:xfrm>
            <a:off x="8163400" y="1678200"/>
            <a:ext cx="2691200" cy="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t>xx%</a:t>
            </a:r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8"/>
          </p:nvPr>
        </p:nvSpPr>
        <p:spPr>
          <a:xfrm>
            <a:off x="8163400" y="2041867"/>
            <a:ext cx="2691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9"/>
          </p:nvPr>
        </p:nvSpPr>
        <p:spPr>
          <a:xfrm>
            <a:off x="8163400" y="2566667"/>
            <a:ext cx="26912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title" idx="13" hasCustomPrompt="1"/>
          </p:nvPr>
        </p:nvSpPr>
        <p:spPr>
          <a:xfrm>
            <a:off x="8163400" y="4131533"/>
            <a:ext cx="2691200" cy="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t>xx%</a:t>
            </a:r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14"/>
          </p:nvPr>
        </p:nvSpPr>
        <p:spPr>
          <a:xfrm>
            <a:off x="8163400" y="4495200"/>
            <a:ext cx="2691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15"/>
          </p:nvPr>
        </p:nvSpPr>
        <p:spPr>
          <a:xfrm>
            <a:off x="8163400" y="5020000"/>
            <a:ext cx="26912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427603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/>
          <p:nvPr/>
        </p:nvSpPr>
        <p:spPr>
          <a:xfrm>
            <a:off x="8181467" y="-721200"/>
            <a:ext cx="3501600" cy="3501600"/>
          </a:xfrm>
          <a:prstGeom prst="donut">
            <a:avLst>
              <a:gd name="adj" fmla="val 1261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28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1" name="Google Shape;281;p28"/>
          <p:cNvSpPr txBox="1"/>
          <p:nvPr/>
        </p:nvSpPr>
        <p:spPr>
          <a:xfrm>
            <a:off x="1458833" y="5187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>
            <a:off x="1458833" y="5187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8"/>
          <p:cNvSpPr txBox="1">
            <a:spLocks noGrp="1"/>
          </p:cNvSpPr>
          <p:nvPr>
            <p:ph type="title" idx="2" hasCustomPrompt="1"/>
          </p:nvPr>
        </p:nvSpPr>
        <p:spPr>
          <a:xfrm>
            <a:off x="1830133" y="1755300"/>
            <a:ext cx="36172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5" name="Google Shape;285;p28"/>
          <p:cNvSpPr txBox="1">
            <a:spLocks noGrp="1"/>
          </p:cNvSpPr>
          <p:nvPr>
            <p:ph type="subTitle" idx="1"/>
          </p:nvPr>
        </p:nvSpPr>
        <p:spPr>
          <a:xfrm>
            <a:off x="1830133" y="2637232"/>
            <a:ext cx="3617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28"/>
          <p:cNvSpPr txBox="1">
            <a:spLocks noGrp="1"/>
          </p:cNvSpPr>
          <p:nvPr>
            <p:ph type="title" idx="3" hasCustomPrompt="1"/>
          </p:nvPr>
        </p:nvSpPr>
        <p:spPr>
          <a:xfrm>
            <a:off x="4287400" y="4182300"/>
            <a:ext cx="36172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7" name="Google Shape;287;p28"/>
          <p:cNvSpPr txBox="1">
            <a:spLocks noGrp="1"/>
          </p:cNvSpPr>
          <p:nvPr>
            <p:ph type="subTitle" idx="4"/>
          </p:nvPr>
        </p:nvSpPr>
        <p:spPr>
          <a:xfrm>
            <a:off x="4287400" y="5072500"/>
            <a:ext cx="3617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28"/>
          <p:cNvSpPr txBox="1">
            <a:spLocks noGrp="1"/>
          </p:cNvSpPr>
          <p:nvPr>
            <p:ph type="title" idx="5" hasCustomPrompt="1"/>
          </p:nvPr>
        </p:nvSpPr>
        <p:spPr>
          <a:xfrm>
            <a:off x="6744667" y="1755300"/>
            <a:ext cx="36172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28"/>
          <p:cNvSpPr txBox="1">
            <a:spLocks noGrp="1"/>
          </p:cNvSpPr>
          <p:nvPr>
            <p:ph type="subTitle" idx="6"/>
          </p:nvPr>
        </p:nvSpPr>
        <p:spPr>
          <a:xfrm>
            <a:off x="6744667" y="2637232"/>
            <a:ext cx="3617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-1637600" y="1679100"/>
            <a:ext cx="2604000" cy="2604000"/>
          </a:xfrm>
          <a:prstGeom prst="donut">
            <a:avLst>
              <a:gd name="adj" fmla="val 1415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1" name="Google Shape;291;p28"/>
          <p:cNvSpPr/>
          <p:nvPr/>
        </p:nvSpPr>
        <p:spPr>
          <a:xfrm rot="-5400000">
            <a:off x="9385301" y="3795033"/>
            <a:ext cx="5388400" cy="5388400"/>
          </a:xfrm>
          <a:prstGeom prst="blockArc">
            <a:avLst>
              <a:gd name="adj1" fmla="val 15572732"/>
              <a:gd name="adj2" fmla="val 250761"/>
              <a:gd name="adj3" fmla="val 841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" name="Google Shape;292;p28"/>
          <p:cNvSpPr/>
          <p:nvPr/>
        </p:nvSpPr>
        <p:spPr>
          <a:xfrm>
            <a:off x="1713033" y="5011500"/>
            <a:ext cx="3670800" cy="3670800"/>
          </a:xfrm>
          <a:prstGeom prst="donut">
            <a:avLst>
              <a:gd name="adj" fmla="val 1108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3187393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9"/>
          <p:cNvSpPr txBox="1">
            <a:spLocks noGrp="1"/>
          </p:cNvSpPr>
          <p:nvPr>
            <p:ph type="title" idx="2" hasCustomPrompt="1"/>
          </p:nvPr>
        </p:nvSpPr>
        <p:spPr>
          <a:xfrm>
            <a:off x="1255067" y="3921867"/>
            <a:ext cx="2834400" cy="10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98" name="Google Shape;298;p29"/>
          <p:cNvSpPr txBox="1">
            <a:spLocks noGrp="1"/>
          </p:cNvSpPr>
          <p:nvPr>
            <p:ph type="title" idx="3" hasCustomPrompt="1"/>
          </p:nvPr>
        </p:nvSpPr>
        <p:spPr>
          <a:xfrm>
            <a:off x="4678833" y="3921867"/>
            <a:ext cx="2834400" cy="10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99" name="Google Shape;299;p29"/>
          <p:cNvSpPr txBox="1">
            <a:spLocks noGrp="1"/>
          </p:cNvSpPr>
          <p:nvPr>
            <p:ph type="title" idx="4"/>
          </p:nvPr>
        </p:nvSpPr>
        <p:spPr>
          <a:xfrm>
            <a:off x="1255081" y="4858160"/>
            <a:ext cx="28344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1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29"/>
          <p:cNvSpPr txBox="1">
            <a:spLocks noGrp="1"/>
          </p:cNvSpPr>
          <p:nvPr>
            <p:ph type="subTitle" idx="1"/>
          </p:nvPr>
        </p:nvSpPr>
        <p:spPr>
          <a:xfrm>
            <a:off x="1255081" y="5318001"/>
            <a:ext cx="28344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title" idx="5"/>
          </p:nvPr>
        </p:nvSpPr>
        <p:spPr>
          <a:xfrm>
            <a:off x="4678833" y="4858161"/>
            <a:ext cx="28344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1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subTitle" idx="6"/>
          </p:nvPr>
        </p:nvSpPr>
        <p:spPr>
          <a:xfrm>
            <a:off x="4678833" y="5318004"/>
            <a:ext cx="28344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title" idx="7" hasCustomPrompt="1"/>
          </p:nvPr>
        </p:nvSpPr>
        <p:spPr>
          <a:xfrm>
            <a:off x="8102700" y="3921867"/>
            <a:ext cx="2834400" cy="10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8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title" idx="8"/>
          </p:nvPr>
        </p:nvSpPr>
        <p:spPr>
          <a:xfrm>
            <a:off x="8102700" y="4858161"/>
            <a:ext cx="28344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1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"/>
              <a:buNone/>
              <a:defRPr sz="3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ubTitle" idx="9"/>
          </p:nvPr>
        </p:nvSpPr>
        <p:spPr>
          <a:xfrm>
            <a:off x="8102700" y="5318004"/>
            <a:ext cx="28344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10551533" y="-579433"/>
            <a:ext cx="2834400" cy="2834400"/>
          </a:xfrm>
          <a:prstGeom prst="donut">
            <a:avLst>
              <a:gd name="adj" fmla="val 130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29"/>
          <p:cNvSpPr/>
          <p:nvPr/>
        </p:nvSpPr>
        <p:spPr>
          <a:xfrm>
            <a:off x="-746433" y="6138800"/>
            <a:ext cx="2834400" cy="2834400"/>
          </a:xfrm>
          <a:prstGeom prst="donut">
            <a:avLst>
              <a:gd name="adj" fmla="val 130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2215882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2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 rot="-6299986">
            <a:off x="10208306" y="4082831"/>
            <a:ext cx="4471145" cy="4905540"/>
          </a:xfrm>
          <a:prstGeom prst="blockArc">
            <a:avLst>
              <a:gd name="adj1" fmla="val 16550563"/>
              <a:gd name="adj2" fmla="val 608065"/>
              <a:gd name="adj3" fmla="val 823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0" name="Google Shape;310;p30"/>
          <p:cNvSpPr/>
          <p:nvPr/>
        </p:nvSpPr>
        <p:spPr>
          <a:xfrm rot="8596392">
            <a:off x="-1012652" y="-1202524"/>
            <a:ext cx="2274247" cy="2274247"/>
          </a:xfrm>
          <a:prstGeom prst="blockArc">
            <a:avLst>
              <a:gd name="adj1" fmla="val 13159347"/>
              <a:gd name="adj2" fmla="val 19114359"/>
              <a:gd name="adj3" fmla="val 2148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1" name="Google Shape;311;p30"/>
          <p:cNvSpPr/>
          <p:nvPr/>
        </p:nvSpPr>
        <p:spPr>
          <a:xfrm rot="10800000">
            <a:off x="688000" y="533000"/>
            <a:ext cx="10816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2" name="Google Shape;312;p30"/>
          <p:cNvSpPr txBox="1"/>
          <p:nvPr/>
        </p:nvSpPr>
        <p:spPr>
          <a:xfrm>
            <a:off x="1458833" y="1890067"/>
            <a:ext cx="9090800" cy="2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7014700" y="4614300"/>
            <a:ext cx="35348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None/>
            </a:pPr>
            <a:endParaRPr sz="2400" b="1">
              <a:solidFill>
                <a:srgbClr val="FFC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30"/>
          <p:cNvSpPr txBox="1">
            <a:spLocks noGrp="1"/>
          </p:cNvSpPr>
          <p:nvPr>
            <p:ph type="title"/>
          </p:nvPr>
        </p:nvSpPr>
        <p:spPr>
          <a:xfrm>
            <a:off x="1458833" y="1890067"/>
            <a:ext cx="8904400" cy="2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ubTitle" idx="1"/>
          </p:nvPr>
        </p:nvSpPr>
        <p:spPr>
          <a:xfrm>
            <a:off x="1458833" y="4672333"/>
            <a:ext cx="88468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133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776233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/>
          <p:nvPr/>
        </p:nvSpPr>
        <p:spPr>
          <a:xfrm>
            <a:off x="7185867" y="649900"/>
            <a:ext cx="1823600" cy="1823600"/>
          </a:xfrm>
          <a:prstGeom prst="donut">
            <a:avLst>
              <a:gd name="adj" fmla="val 159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31"/>
          <p:cNvSpPr txBox="1"/>
          <p:nvPr/>
        </p:nvSpPr>
        <p:spPr>
          <a:xfrm>
            <a:off x="1458833" y="1890067"/>
            <a:ext cx="9090800" cy="2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7014700" y="4614300"/>
            <a:ext cx="35348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None/>
            </a:pPr>
            <a:endParaRPr sz="2400" b="1">
              <a:solidFill>
                <a:srgbClr val="FFC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1"/>
          <p:cNvSpPr txBox="1">
            <a:spLocks noGrp="1"/>
          </p:cNvSpPr>
          <p:nvPr>
            <p:ph type="title"/>
          </p:nvPr>
        </p:nvSpPr>
        <p:spPr>
          <a:xfrm>
            <a:off x="2257800" y="2047167"/>
            <a:ext cx="7676400" cy="2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733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"/>
          </p:nvPr>
        </p:nvSpPr>
        <p:spPr>
          <a:xfrm>
            <a:off x="3400800" y="5474000"/>
            <a:ext cx="539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 flipH="1">
            <a:off x="9359735" y="3780200"/>
            <a:ext cx="5215600" cy="5215600"/>
          </a:xfrm>
          <a:prstGeom prst="blockArc">
            <a:avLst>
              <a:gd name="adj1" fmla="val 15764927"/>
              <a:gd name="adj2" fmla="val 943522"/>
              <a:gd name="adj3" fmla="val 786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31"/>
          <p:cNvSpPr/>
          <p:nvPr/>
        </p:nvSpPr>
        <p:spPr>
          <a:xfrm>
            <a:off x="617633" y="5933467"/>
            <a:ext cx="1823600" cy="1823600"/>
          </a:xfrm>
          <a:prstGeom prst="donut">
            <a:avLst>
              <a:gd name="adj" fmla="val 159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4446320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noFill/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/>
          <p:nvPr/>
        </p:nvSpPr>
        <p:spPr>
          <a:xfrm>
            <a:off x="-38100" y="-110200"/>
            <a:ext cx="6134000" cy="707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32"/>
          <p:cNvSpPr txBox="1"/>
          <p:nvPr/>
        </p:nvSpPr>
        <p:spPr>
          <a:xfrm>
            <a:off x="7064400" y="3422767"/>
            <a:ext cx="4159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7064400" y="5399167"/>
            <a:ext cx="41592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7183800" y="4398767"/>
            <a:ext cx="4159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1190667" y="4266300"/>
            <a:ext cx="4017600" cy="7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1190833" y="4908967"/>
            <a:ext cx="4017600" cy="9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7015767" y="4266300"/>
            <a:ext cx="4017600" cy="7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2" name="Google Shape;332;p32"/>
          <p:cNvSpPr txBox="1">
            <a:spLocks noGrp="1"/>
          </p:cNvSpPr>
          <p:nvPr>
            <p:ph type="subTitle" idx="3"/>
          </p:nvPr>
        </p:nvSpPr>
        <p:spPr>
          <a:xfrm>
            <a:off x="7015771" y="4908967"/>
            <a:ext cx="4017600" cy="9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774901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/>
          <p:nvPr/>
        </p:nvSpPr>
        <p:spPr>
          <a:xfrm>
            <a:off x="-2613500" y="3896933"/>
            <a:ext cx="5382000" cy="53820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5" name="Google Shape;335;p33"/>
          <p:cNvSpPr/>
          <p:nvPr/>
        </p:nvSpPr>
        <p:spPr>
          <a:xfrm rot="10800000">
            <a:off x="9375300" y="-2237167"/>
            <a:ext cx="5382000" cy="53820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33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7" name="Google Shape;337;p33"/>
          <p:cNvSpPr txBox="1">
            <a:spLocks noGrp="1"/>
          </p:cNvSpPr>
          <p:nvPr>
            <p:ph type="subTitle" idx="1"/>
          </p:nvPr>
        </p:nvSpPr>
        <p:spPr>
          <a:xfrm>
            <a:off x="3238467" y="1832051"/>
            <a:ext cx="55752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2"/>
          </p:nvPr>
        </p:nvSpPr>
        <p:spPr>
          <a:xfrm>
            <a:off x="3238467" y="2296580"/>
            <a:ext cx="5575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3"/>
          </p:nvPr>
        </p:nvSpPr>
        <p:spPr>
          <a:xfrm>
            <a:off x="5345917" y="4210183"/>
            <a:ext cx="55716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0" name="Google Shape;340;p33"/>
          <p:cNvSpPr txBox="1">
            <a:spLocks noGrp="1"/>
          </p:cNvSpPr>
          <p:nvPr>
            <p:ph type="subTitle" idx="4"/>
          </p:nvPr>
        </p:nvSpPr>
        <p:spPr>
          <a:xfrm>
            <a:off x="5345917" y="4679335"/>
            <a:ext cx="5571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-626100" y="1746721"/>
            <a:ext cx="1333200" cy="1333200"/>
          </a:xfrm>
          <a:prstGeom prst="donut">
            <a:avLst>
              <a:gd name="adj" fmla="val 209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3" name="Google Shape;343;p33"/>
          <p:cNvSpPr>
            <a:spLocks noGrp="1"/>
          </p:cNvSpPr>
          <p:nvPr>
            <p:ph type="pic" idx="5"/>
          </p:nvPr>
        </p:nvSpPr>
        <p:spPr>
          <a:xfrm>
            <a:off x="1099367" y="1741868"/>
            <a:ext cx="1780000" cy="17800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33"/>
          <p:cNvSpPr>
            <a:spLocks noGrp="1"/>
          </p:cNvSpPr>
          <p:nvPr>
            <p:ph type="pic" idx="6"/>
          </p:nvPr>
        </p:nvSpPr>
        <p:spPr>
          <a:xfrm>
            <a:off x="3201984" y="4106549"/>
            <a:ext cx="1780000" cy="178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54407584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>
            <a:spLocks noGrp="1"/>
          </p:cNvSpPr>
          <p:nvPr>
            <p:ph type="pic" idx="2"/>
          </p:nvPr>
        </p:nvSpPr>
        <p:spPr>
          <a:xfrm>
            <a:off x="1614300" y="1593167"/>
            <a:ext cx="3889200" cy="45476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34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8" name="Google Shape;348;p34"/>
          <p:cNvSpPr txBox="1">
            <a:spLocks noGrp="1"/>
          </p:cNvSpPr>
          <p:nvPr>
            <p:ph type="subTitle" idx="1"/>
          </p:nvPr>
        </p:nvSpPr>
        <p:spPr>
          <a:xfrm>
            <a:off x="6185600" y="1593167"/>
            <a:ext cx="4406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3"/>
          </p:nvPr>
        </p:nvSpPr>
        <p:spPr>
          <a:xfrm>
            <a:off x="6185600" y="2096335"/>
            <a:ext cx="4406800" cy="9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4"/>
          </p:nvPr>
        </p:nvSpPr>
        <p:spPr>
          <a:xfrm>
            <a:off x="6185600" y="3090828"/>
            <a:ext cx="4406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5"/>
          </p:nvPr>
        </p:nvSpPr>
        <p:spPr>
          <a:xfrm>
            <a:off x="6185600" y="3594000"/>
            <a:ext cx="4406800" cy="2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11240967" y="1678900"/>
            <a:ext cx="2928800" cy="2928800"/>
          </a:xfrm>
          <a:prstGeom prst="donut">
            <a:avLst>
              <a:gd name="adj" fmla="val 1185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4" name="Google Shape;354;p34"/>
          <p:cNvSpPr/>
          <p:nvPr/>
        </p:nvSpPr>
        <p:spPr>
          <a:xfrm>
            <a:off x="-1478600" y="2781300"/>
            <a:ext cx="2408800" cy="2408800"/>
          </a:xfrm>
          <a:prstGeom prst="donut">
            <a:avLst>
              <a:gd name="adj" fmla="val 14442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86931259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/>
          <p:nvPr/>
        </p:nvSpPr>
        <p:spPr>
          <a:xfrm rot="10800000">
            <a:off x="-1573485" y="-1607067"/>
            <a:ext cx="3183600" cy="3183600"/>
          </a:xfrm>
          <a:prstGeom prst="blockArc">
            <a:avLst>
              <a:gd name="adj1" fmla="val 10779047"/>
              <a:gd name="adj2" fmla="val 16253876"/>
              <a:gd name="adj3" fmla="val 89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7" name="Google Shape;357;p35"/>
          <p:cNvSpPr txBox="1">
            <a:spLocks noGrp="1"/>
          </p:cNvSpPr>
          <p:nvPr>
            <p:ph type="title"/>
          </p:nvPr>
        </p:nvSpPr>
        <p:spPr>
          <a:xfrm>
            <a:off x="7292767" y="749751"/>
            <a:ext cx="3638400" cy="13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8" name="Google Shape;358;p35"/>
          <p:cNvSpPr txBox="1">
            <a:spLocks noGrp="1"/>
          </p:cNvSpPr>
          <p:nvPr>
            <p:ph type="subTitle" idx="1"/>
          </p:nvPr>
        </p:nvSpPr>
        <p:spPr>
          <a:xfrm>
            <a:off x="6192775" y="2009220"/>
            <a:ext cx="3020000" cy="10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9" name="Google Shape;359;p35"/>
          <p:cNvSpPr txBox="1">
            <a:spLocks noGrp="1"/>
          </p:cNvSpPr>
          <p:nvPr>
            <p:ph type="subTitle" idx="2"/>
          </p:nvPr>
        </p:nvSpPr>
        <p:spPr>
          <a:xfrm>
            <a:off x="6186091" y="2993500"/>
            <a:ext cx="3020000" cy="10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35"/>
          <p:cNvSpPr txBox="1">
            <a:spLocks noGrp="1"/>
          </p:cNvSpPr>
          <p:nvPr>
            <p:ph type="subTitle" idx="3"/>
          </p:nvPr>
        </p:nvSpPr>
        <p:spPr>
          <a:xfrm>
            <a:off x="6179400" y="4050887"/>
            <a:ext cx="3020000" cy="10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4"/>
          </p:nvPr>
        </p:nvSpPr>
        <p:spPr>
          <a:xfrm>
            <a:off x="6192775" y="5035299"/>
            <a:ext cx="3020000" cy="10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35"/>
          <p:cNvSpPr>
            <a:spLocks noGrp="1"/>
          </p:cNvSpPr>
          <p:nvPr>
            <p:ph type="pic" idx="5"/>
          </p:nvPr>
        </p:nvSpPr>
        <p:spPr>
          <a:xfrm>
            <a:off x="939133" y="1253000"/>
            <a:ext cx="4723600" cy="43520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209595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 and two columns 5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/>
          <p:nvPr/>
        </p:nvSpPr>
        <p:spPr>
          <a:xfrm>
            <a:off x="-1384933" y="-716200"/>
            <a:ext cx="3670800" cy="3670800"/>
          </a:xfrm>
          <a:prstGeom prst="donut">
            <a:avLst>
              <a:gd name="adj" fmla="val 1185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5" name="Google Shape;365;p36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6" name="Google Shape;366;p36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subTitle" idx="1"/>
          </p:nvPr>
        </p:nvSpPr>
        <p:spPr>
          <a:xfrm>
            <a:off x="2436000" y="4816200"/>
            <a:ext cx="34084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2"/>
          </p:nvPr>
        </p:nvSpPr>
        <p:spPr>
          <a:xfrm>
            <a:off x="2436000" y="5317877"/>
            <a:ext cx="34084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36"/>
          <p:cNvSpPr txBox="1">
            <a:spLocks noGrp="1"/>
          </p:cNvSpPr>
          <p:nvPr>
            <p:ph type="subTitle" idx="3"/>
          </p:nvPr>
        </p:nvSpPr>
        <p:spPr>
          <a:xfrm>
            <a:off x="6347600" y="4816193"/>
            <a:ext cx="34084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36"/>
          <p:cNvSpPr txBox="1">
            <a:spLocks noGrp="1"/>
          </p:cNvSpPr>
          <p:nvPr>
            <p:ph type="subTitle" idx="4"/>
          </p:nvPr>
        </p:nvSpPr>
        <p:spPr>
          <a:xfrm>
            <a:off x="6347600" y="5318004"/>
            <a:ext cx="34084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10349867" y="4303400"/>
            <a:ext cx="3670800" cy="3670800"/>
          </a:xfrm>
          <a:prstGeom prst="donut">
            <a:avLst>
              <a:gd name="adj" fmla="val 1185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2" name="Google Shape;372;p36"/>
          <p:cNvSpPr>
            <a:spLocks noGrp="1"/>
          </p:cNvSpPr>
          <p:nvPr>
            <p:ph type="pic" idx="5"/>
          </p:nvPr>
        </p:nvSpPr>
        <p:spPr>
          <a:xfrm>
            <a:off x="2946093" y="1663900"/>
            <a:ext cx="2389600" cy="29872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36"/>
          <p:cNvSpPr>
            <a:spLocks noGrp="1"/>
          </p:cNvSpPr>
          <p:nvPr>
            <p:ph type="pic" idx="6"/>
          </p:nvPr>
        </p:nvSpPr>
        <p:spPr>
          <a:xfrm>
            <a:off x="6857693" y="1663900"/>
            <a:ext cx="2389600" cy="2987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76857724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6">
  <p:cSld name="Title and two columns 6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6" name="Google Shape;376;p37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37"/>
          <p:cNvSpPr txBox="1">
            <a:spLocks noGrp="1"/>
          </p:cNvSpPr>
          <p:nvPr>
            <p:ph type="body" idx="1"/>
          </p:nvPr>
        </p:nvSpPr>
        <p:spPr>
          <a:xfrm>
            <a:off x="937200" y="1536633"/>
            <a:ext cx="508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8" name="Google Shape;378;p37"/>
          <p:cNvSpPr txBox="1">
            <a:spLocks noGrp="1"/>
          </p:cNvSpPr>
          <p:nvPr>
            <p:ph type="body" idx="2"/>
          </p:nvPr>
        </p:nvSpPr>
        <p:spPr>
          <a:xfrm>
            <a:off x="6160596" y="1536633"/>
            <a:ext cx="508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5252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noFill/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/>
          <p:nvPr/>
        </p:nvSpPr>
        <p:spPr>
          <a:xfrm rot="-5400000">
            <a:off x="10620013" y="-1462937"/>
            <a:ext cx="3183600" cy="3183600"/>
          </a:xfrm>
          <a:prstGeom prst="blockArc">
            <a:avLst>
              <a:gd name="adj1" fmla="val 10820796"/>
              <a:gd name="adj2" fmla="val 16556050"/>
              <a:gd name="adj3" fmla="val 1084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38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38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8"/>
          <p:cNvSpPr/>
          <p:nvPr/>
        </p:nvSpPr>
        <p:spPr>
          <a:xfrm rot="-900003">
            <a:off x="-1957335" y="5761068"/>
            <a:ext cx="3183681" cy="3183681"/>
          </a:xfrm>
          <a:prstGeom prst="blockArc">
            <a:avLst>
              <a:gd name="adj1" fmla="val 17506725"/>
              <a:gd name="adj2" fmla="val 21555750"/>
              <a:gd name="adj3" fmla="val 9524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4" name="Google Shape;384;p38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729251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noFill/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/>
          <p:nvPr/>
        </p:nvSpPr>
        <p:spPr>
          <a:xfrm rot="-5400000">
            <a:off x="10620013" y="-1462937"/>
            <a:ext cx="3183600" cy="3183600"/>
          </a:xfrm>
          <a:prstGeom prst="blockArc">
            <a:avLst>
              <a:gd name="adj1" fmla="val 10820796"/>
              <a:gd name="adj2" fmla="val 16556050"/>
              <a:gd name="adj3" fmla="val 1084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39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8" name="Google Shape;388;p39"/>
          <p:cNvSpPr txBox="1"/>
          <p:nvPr/>
        </p:nvSpPr>
        <p:spPr>
          <a:xfrm>
            <a:off x="1458833" y="5187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9"/>
          <p:cNvSpPr/>
          <p:nvPr/>
        </p:nvSpPr>
        <p:spPr>
          <a:xfrm rot="-900003">
            <a:off x="-1957335" y="5761068"/>
            <a:ext cx="3183681" cy="3183681"/>
          </a:xfrm>
          <a:prstGeom prst="blockArc">
            <a:avLst>
              <a:gd name="adj1" fmla="val 17506725"/>
              <a:gd name="adj2" fmla="val 21555750"/>
              <a:gd name="adj3" fmla="val 9524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0" name="Google Shape;390;p39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1" name="Google Shape;391;p39"/>
          <p:cNvSpPr txBox="1">
            <a:spLocks noGrp="1"/>
          </p:cNvSpPr>
          <p:nvPr>
            <p:ph type="body" idx="1"/>
          </p:nvPr>
        </p:nvSpPr>
        <p:spPr>
          <a:xfrm>
            <a:off x="937200" y="1536633"/>
            <a:ext cx="10303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5967346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noFill/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/>
          <p:nvPr/>
        </p:nvSpPr>
        <p:spPr>
          <a:xfrm rot="8596392">
            <a:off x="-1187185" y="-1297390"/>
            <a:ext cx="2274247" cy="2274247"/>
          </a:xfrm>
          <a:prstGeom prst="blockArc">
            <a:avLst>
              <a:gd name="adj1" fmla="val 11751713"/>
              <a:gd name="adj2" fmla="val 2721617"/>
              <a:gd name="adj3" fmla="val 2605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40"/>
          <p:cNvSpPr/>
          <p:nvPr/>
        </p:nvSpPr>
        <p:spPr>
          <a:xfrm>
            <a:off x="-205800" y="518767"/>
            <a:ext cx="12603600" cy="88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5" name="Google Shape;395;p40"/>
          <p:cNvSpPr/>
          <p:nvPr/>
        </p:nvSpPr>
        <p:spPr>
          <a:xfrm>
            <a:off x="10972367" y="5605967"/>
            <a:ext cx="2507200" cy="2507200"/>
          </a:xfrm>
          <a:prstGeom prst="donut">
            <a:avLst>
              <a:gd name="adj" fmla="val 872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6" name="Google Shape;396;p40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40"/>
          <p:cNvSpPr txBox="1">
            <a:spLocks noGrp="1"/>
          </p:cNvSpPr>
          <p:nvPr>
            <p:ph type="subTitle" idx="1"/>
          </p:nvPr>
        </p:nvSpPr>
        <p:spPr>
          <a:xfrm>
            <a:off x="6731167" y="1499167"/>
            <a:ext cx="4026400" cy="4404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8" name="Google Shape;398;p40"/>
          <p:cNvSpPr txBox="1"/>
          <p:nvPr/>
        </p:nvSpPr>
        <p:spPr>
          <a:xfrm>
            <a:off x="1458833" y="721967"/>
            <a:ext cx="910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0"/>
          <p:cNvSpPr txBox="1">
            <a:spLocks noGrp="1"/>
          </p:cNvSpPr>
          <p:nvPr>
            <p:ph type="title"/>
          </p:nvPr>
        </p:nvSpPr>
        <p:spPr>
          <a:xfrm>
            <a:off x="1458833" y="577967"/>
            <a:ext cx="103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2112096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noFill/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1"/>
          <p:cNvSpPr>
            <a:spLocks noGrp="1"/>
          </p:cNvSpPr>
          <p:nvPr>
            <p:ph type="pic" idx="2"/>
          </p:nvPr>
        </p:nvSpPr>
        <p:spPr>
          <a:xfrm>
            <a:off x="-10633" y="0"/>
            <a:ext cx="7149200" cy="479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1"/>
          <p:cNvSpPr txBox="1">
            <a:spLocks noGrp="1"/>
          </p:cNvSpPr>
          <p:nvPr>
            <p:ph type="title"/>
          </p:nvPr>
        </p:nvSpPr>
        <p:spPr>
          <a:xfrm>
            <a:off x="5954967" y="2582000"/>
            <a:ext cx="46376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1"/>
          </p:nvPr>
        </p:nvSpPr>
        <p:spPr>
          <a:xfrm>
            <a:off x="5954967" y="4059600"/>
            <a:ext cx="4637600" cy="155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4" name="Google Shape;404;p41"/>
          <p:cNvSpPr/>
          <p:nvPr/>
        </p:nvSpPr>
        <p:spPr>
          <a:xfrm>
            <a:off x="-2319245" y="4059596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41"/>
          <p:cNvSpPr/>
          <p:nvPr/>
        </p:nvSpPr>
        <p:spPr>
          <a:xfrm rot="10800000">
            <a:off x="9600155" y="-2046471"/>
            <a:ext cx="4905600" cy="49056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97293856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noFill/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/>
          <p:nvPr/>
        </p:nvSpPr>
        <p:spPr>
          <a:xfrm rot="-5400000">
            <a:off x="10903471" y="-1535731"/>
            <a:ext cx="2598000" cy="2598000"/>
          </a:xfrm>
          <a:prstGeom prst="blockArc">
            <a:avLst>
              <a:gd name="adj1" fmla="val 10796618"/>
              <a:gd name="adj2" fmla="val 15882085"/>
              <a:gd name="adj3" fmla="val 781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42"/>
          <p:cNvSpPr/>
          <p:nvPr/>
        </p:nvSpPr>
        <p:spPr>
          <a:xfrm rot="-900003">
            <a:off x="-1903102" y="5327367"/>
            <a:ext cx="3183681" cy="3183681"/>
          </a:xfrm>
          <a:prstGeom prst="blockArc">
            <a:avLst>
              <a:gd name="adj1" fmla="val 17683086"/>
              <a:gd name="adj2" fmla="val 837016"/>
              <a:gd name="adj3" fmla="val 920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" name="Google Shape;409;p42"/>
          <p:cNvSpPr txBox="1">
            <a:spLocks noGrp="1"/>
          </p:cNvSpPr>
          <p:nvPr>
            <p:ph type="title"/>
          </p:nvPr>
        </p:nvSpPr>
        <p:spPr>
          <a:xfrm>
            <a:off x="1251567" y="1649267"/>
            <a:ext cx="4818400" cy="16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2"/>
          <p:cNvSpPr txBox="1">
            <a:spLocks noGrp="1"/>
          </p:cNvSpPr>
          <p:nvPr>
            <p:ph type="subTitle" idx="1"/>
          </p:nvPr>
        </p:nvSpPr>
        <p:spPr>
          <a:xfrm>
            <a:off x="1251567" y="3380267"/>
            <a:ext cx="4818400" cy="169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2"/>
          <p:cNvSpPr>
            <a:spLocks noGrp="1"/>
          </p:cNvSpPr>
          <p:nvPr>
            <p:ph type="pic" idx="2"/>
          </p:nvPr>
        </p:nvSpPr>
        <p:spPr>
          <a:xfrm>
            <a:off x="6897567" y="967600"/>
            <a:ext cx="4204400" cy="49228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47406716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noFill/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/>
          <p:nvPr/>
        </p:nvSpPr>
        <p:spPr>
          <a:xfrm>
            <a:off x="9451433" y="-997633"/>
            <a:ext cx="3670800" cy="3670800"/>
          </a:xfrm>
          <a:prstGeom prst="donut">
            <a:avLst>
              <a:gd name="adj" fmla="val 1185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4" name="Google Shape;414;p43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5" name="Google Shape;415;p43"/>
          <p:cNvSpPr txBox="1">
            <a:spLocks noGrp="1"/>
          </p:cNvSpPr>
          <p:nvPr>
            <p:ph type="title"/>
          </p:nvPr>
        </p:nvSpPr>
        <p:spPr>
          <a:xfrm>
            <a:off x="1797667" y="1376600"/>
            <a:ext cx="4113200" cy="2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6" name="Google Shape;416;p43"/>
          <p:cNvSpPr txBox="1">
            <a:spLocks noGrp="1"/>
          </p:cNvSpPr>
          <p:nvPr>
            <p:ph type="subTitle" idx="1"/>
          </p:nvPr>
        </p:nvSpPr>
        <p:spPr>
          <a:xfrm>
            <a:off x="1797667" y="4085800"/>
            <a:ext cx="4113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7" name="Google Shape;417;p43"/>
          <p:cNvSpPr>
            <a:spLocks noGrp="1"/>
          </p:cNvSpPr>
          <p:nvPr>
            <p:ph type="pic" idx="2"/>
          </p:nvPr>
        </p:nvSpPr>
        <p:spPr>
          <a:xfrm>
            <a:off x="6676000" y="533800"/>
            <a:ext cx="4572000" cy="5791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73019276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solidFill>
          <a:schemeClr val="accent2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/>
          <p:nvPr/>
        </p:nvSpPr>
        <p:spPr>
          <a:xfrm>
            <a:off x="-1181733" y="4218400"/>
            <a:ext cx="3670800" cy="3670800"/>
          </a:xfrm>
          <a:prstGeom prst="donut">
            <a:avLst>
              <a:gd name="adj" fmla="val 1185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0" name="Google Shape;420;p44"/>
          <p:cNvSpPr>
            <a:spLocks noGrp="1"/>
          </p:cNvSpPr>
          <p:nvPr>
            <p:ph type="pic" idx="2"/>
          </p:nvPr>
        </p:nvSpPr>
        <p:spPr>
          <a:xfrm>
            <a:off x="944000" y="719200"/>
            <a:ext cx="10290000" cy="34992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 txBox="1">
            <a:spLocks noGrp="1"/>
          </p:cNvSpPr>
          <p:nvPr>
            <p:ph type="title"/>
          </p:nvPr>
        </p:nvSpPr>
        <p:spPr>
          <a:xfrm>
            <a:off x="1521200" y="4441000"/>
            <a:ext cx="34856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2" name="Google Shape;422;p44"/>
          <p:cNvSpPr txBox="1">
            <a:spLocks noGrp="1"/>
          </p:cNvSpPr>
          <p:nvPr>
            <p:ph type="subTitle" idx="1"/>
          </p:nvPr>
        </p:nvSpPr>
        <p:spPr>
          <a:xfrm>
            <a:off x="5278800" y="4625600"/>
            <a:ext cx="53920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2734905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5268864" y="2669633"/>
            <a:ext cx="51376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5" name="Google Shape;425;p45"/>
          <p:cNvSpPr txBox="1">
            <a:spLocks noGrp="1"/>
          </p:cNvSpPr>
          <p:nvPr>
            <p:ph type="subTitle" idx="1"/>
          </p:nvPr>
        </p:nvSpPr>
        <p:spPr>
          <a:xfrm>
            <a:off x="5268864" y="4147233"/>
            <a:ext cx="5137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6" name="Google Shape;426;p45"/>
          <p:cNvSpPr/>
          <p:nvPr/>
        </p:nvSpPr>
        <p:spPr>
          <a:xfrm>
            <a:off x="-817733" y="4722400"/>
            <a:ext cx="2832800" cy="2832800"/>
          </a:xfrm>
          <a:prstGeom prst="donut">
            <a:avLst>
              <a:gd name="adj" fmla="val 1092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7" name="Google Shape;427;p45"/>
          <p:cNvSpPr>
            <a:spLocks noGrp="1"/>
          </p:cNvSpPr>
          <p:nvPr>
            <p:ph type="pic" idx="2"/>
          </p:nvPr>
        </p:nvSpPr>
        <p:spPr>
          <a:xfrm>
            <a:off x="1041400" y="718800"/>
            <a:ext cx="3986800" cy="53644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9720958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solidFill>
          <a:schemeClr val="accent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"/>
          <p:cNvSpPr/>
          <p:nvPr/>
        </p:nvSpPr>
        <p:spPr>
          <a:xfrm>
            <a:off x="-2471633" y="-2223400"/>
            <a:ext cx="6658800" cy="6658800"/>
          </a:xfrm>
          <a:prstGeom prst="donut">
            <a:avLst>
              <a:gd name="adj" fmla="val 746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46"/>
          <p:cNvSpPr txBox="1">
            <a:spLocks noGrp="1"/>
          </p:cNvSpPr>
          <p:nvPr>
            <p:ph type="title"/>
          </p:nvPr>
        </p:nvSpPr>
        <p:spPr>
          <a:xfrm>
            <a:off x="1579700" y="2957800"/>
            <a:ext cx="4052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1" name="Google Shape;431;p46"/>
          <p:cNvSpPr txBox="1">
            <a:spLocks noGrp="1"/>
          </p:cNvSpPr>
          <p:nvPr>
            <p:ph type="subTitle" idx="1"/>
          </p:nvPr>
        </p:nvSpPr>
        <p:spPr>
          <a:xfrm>
            <a:off x="1579700" y="4435400"/>
            <a:ext cx="40528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2" name="Google Shape;432;p46"/>
          <p:cNvSpPr/>
          <p:nvPr/>
        </p:nvSpPr>
        <p:spPr>
          <a:xfrm>
            <a:off x="10026667" y="4934667"/>
            <a:ext cx="2832800" cy="2832800"/>
          </a:xfrm>
          <a:prstGeom prst="donut">
            <a:avLst>
              <a:gd name="adj" fmla="val 109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3" name="Google Shape;433;p46"/>
          <p:cNvSpPr>
            <a:spLocks noGrp="1"/>
          </p:cNvSpPr>
          <p:nvPr>
            <p:ph type="pic" idx="2"/>
          </p:nvPr>
        </p:nvSpPr>
        <p:spPr>
          <a:xfrm>
            <a:off x="5253100" y="397433"/>
            <a:ext cx="6571600" cy="406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49650764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solidFill>
          <a:schemeClr val="lt2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"/>
          <p:cNvSpPr/>
          <p:nvPr/>
        </p:nvSpPr>
        <p:spPr>
          <a:xfrm flipH="1">
            <a:off x="9349900" y="3757233"/>
            <a:ext cx="5382000" cy="53820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6" name="Google Shape;436;p47"/>
          <p:cNvSpPr/>
          <p:nvPr/>
        </p:nvSpPr>
        <p:spPr>
          <a:xfrm flipH="1">
            <a:off x="1465800" y="994000"/>
            <a:ext cx="9260400" cy="392760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7" name="Google Shape;437;p47"/>
          <p:cNvSpPr txBox="1">
            <a:spLocks noGrp="1"/>
          </p:cNvSpPr>
          <p:nvPr>
            <p:ph type="title" hasCustomPrompt="1"/>
          </p:nvPr>
        </p:nvSpPr>
        <p:spPr>
          <a:xfrm>
            <a:off x="2730500" y="1652100"/>
            <a:ext cx="6731200" cy="2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8" name="Google Shape;438;p47"/>
          <p:cNvSpPr txBox="1">
            <a:spLocks noGrp="1"/>
          </p:cNvSpPr>
          <p:nvPr>
            <p:ph type="title" idx="2"/>
          </p:nvPr>
        </p:nvSpPr>
        <p:spPr>
          <a:xfrm>
            <a:off x="2184400" y="5212200"/>
            <a:ext cx="78232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8230662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>
            <a:spLocks noGrp="1"/>
          </p:cNvSpPr>
          <p:nvPr>
            <p:ph type="pic" idx="2"/>
          </p:nvPr>
        </p:nvSpPr>
        <p:spPr>
          <a:xfrm>
            <a:off x="-12700" y="-12700"/>
            <a:ext cx="12204800" cy="6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 txBox="1">
            <a:spLocks noGrp="1"/>
          </p:cNvSpPr>
          <p:nvPr>
            <p:ph type="title"/>
          </p:nvPr>
        </p:nvSpPr>
        <p:spPr>
          <a:xfrm>
            <a:off x="951200" y="3922400"/>
            <a:ext cx="31636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4757555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/>
        </p:nvSpPr>
        <p:spPr>
          <a:xfrm>
            <a:off x="5509251" y="3691800"/>
            <a:ext cx="5299600" cy="5299600"/>
          </a:xfrm>
          <a:prstGeom prst="donut">
            <a:avLst>
              <a:gd name="adj" fmla="val 774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4" name="Google Shape;444;p49"/>
          <p:cNvSpPr/>
          <p:nvPr/>
        </p:nvSpPr>
        <p:spPr>
          <a:xfrm>
            <a:off x="-12700" y="-12700"/>
            <a:ext cx="4762400" cy="687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5" name="Google Shape;445;p49"/>
          <p:cNvSpPr txBox="1">
            <a:spLocks noGrp="1"/>
          </p:cNvSpPr>
          <p:nvPr>
            <p:ph type="title"/>
          </p:nvPr>
        </p:nvSpPr>
        <p:spPr>
          <a:xfrm>
            <a:off x="4162200" y="1469267"/>
            <a:ext cx="6190400" cy="34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9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6" name="Google Shape;446;p49"/>
          <p:cNvSpPr/>
          <p:nvPr/>
        </p:nvSpPr>
        <p:spPr>
          <a:xfrm>
            <a:off x="9816233" y="-964700"/>
            <a:ext cx="3143600" cy="3143600"/>
          </a:xfrm>
          <a:prstGeom prst="donut">
            <a:avLst>
              <a:gd name="adj" fmla="val 1185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7" name="Google Shape;447;p49"/>
          <p:cNvSpPr/>
          <p:nvPr/>
        </p:nvSpPr>
        <p:spPr>
          <a:xfrm>
            <a:off x="11568400" y="1180600"/>
            <a:ext cx="4140000" cy="4090400"/>
          </a:xfrm>
          <a:prstGeom prst="round1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76298149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accent2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/>
          <p:nvPr/>
        </p:nvSpPr>
        <p:spPr>
          <a:xfrm rot="7715609">
            <a:off x="-1044504" y="-1416485"/>
            <a:ext cx="3183760" cy="3183760"/>
          </a:xfrm>
          <a:prstGeom prst="blockArc">
            <a:avLst>
              <a:gd name="adj1" fmla="val 11751713"/>
              <a:gd name="adj2" fmla="val 837016"/>
              <a:gd name="adj3" fmla="val 9209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0" name="Google Shape;450;p50"/>
          <p:cNvSpPr/>
          <p:nvPr/>
        </p:nvSpPr>
        <p:spPr>
          <a:xfrm>
            <a:off x="10023400" y="4931533"/>
            <a:ext cx="4177600" cy="4177600"/>
          </a:xfrm>
          <a:prstGeom prst="donut">
            <a:avLst>
              <a:gd name="adj" fmla="val 872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50"/>
          <p:cNvSpPr/>
          <p:nvPr/>
        </p:nvSpPr>
        <p:spPr>
          <a:xfrm rot="10800000">
            <a:off x="944000" y="533000"/>
            <a:ext cx="10304000" cy="5792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2" name="Google Shape;452;p50"/>
          <p:cNvSpPr txBox="1"/>
          <p:nvPr/>
        </p:nvSpPr>
        <p:spPr>
          <a:xfrm>
            <a:off x="1450300" y="4755900"/>
            <a:ext cx="6612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333" b="1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333" b="1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333" b="1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50"/>
          <p:cNvSpPr txBox="1"/>
          <p:nvPr/>
        </p:nvSpPr>
        <p:spPr>
          <a:xfrm>
            <a:off x="1458833" y="1890067"/>
            <a:ext cx="6612800" cy="14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33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50"/>
          <p:cNvSpPr txBox="1">
            <a:spLocks noGrp="1"/>
          </p:cNvSpPr>
          <p:nvPr>
            <p:ph type="title"/>
          </p:nvPr>
        </p:nvSpPr>
        <p:spPr>
          <a:xfrm>
            <a:off x="1458833" y="745233"/>
            <a:ext cx="9106800" cy="14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subTitle" idx="1"/>
          </p:nvPr>
        </p:nvSpPr>
        <p:spPr>
          <a:xfrm>
            <a:off x="1458833" y="2158533"/>
            <a:ext cx="8573200" cy="18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0"/>
          <p:cNvSpPr/>
          <p:nvPr/>
        </p:nvSpPr>
        <p:spPr>
          <a:xfrm rot="-3224087" flipH="1">
            <a:off x="10120981" y="1018705"/>
            <a:ext cx="2274127" cy="2274127"/>
          </a:xfrm>
          <a:prstGeom prst="blockArc">
            <a:avLst>
              <a:gd name="adj1" fmla="val 13003178"/>
              <a:gd name="adj2" fmla="val 2121832"/>
              <a:gd name="adj3" fmla="val 2502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1173412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accent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116980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F1F9-9322-493A-A9EE-BB75692CE5F5}" type="datetime1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817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5976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4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6150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60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247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  <p:sldLayoutId id="2147483784" r:id="rId28"/>
    <p:sldLayoutId id="2147483785" r:id="rId29"/>
    <p:sldLayoutId id="2147483786" r:id="rId30"/>
    <p:sldLayoutId id="2147483787" r:id="rId31"/>
    <p:sldLayoutId id="2147483788" r:id="rId32"/>
    <p:sldLayoutId id="2147483789" r:id="rId33"/>
    <p:sldLayoutId id="2147483790" r:id="rId34"/>
    <p:sldLayoutId id="2147483791" r:id="rId35"/>
    <p:sldLayoutId id="2147483792" r:id="rId36"/>
    <p:sldLayoutId id="2147483793" r:id="rId37"/>
    <p:sldLayoutId id="2147483794" r:id="rId38"/>
    <p:sldLayoutId id="2147483795" r:id="rId39"/>
    <p:sldLayoutId id="2147483796" r:id="rId40"/>
    <p:sldLayoutId id="2147483797" r:id="rId41"/>
    <p:sldLayoutId id="2147483798" r:id="rId42"/>
    <p:sldLayoutId id="2147483799" r:id="rId43"/>
    <p:sldLayoutId id="2147483800" r:id="rId44"/>
    <p:sldLayoutId id="2147483801" r:id="rId45"/>
    <p:sldLayoutId id="2147483802" r:id="rId46"/>
    <p:sldLayoutId id="2147483803" r:id="rId47"/>
    <p:sldLayoutId id="2147483804" r:id="rId48"/>
    <p:sldLayoutId id="2147483805" r:id="rId49"/>
    <p:sldLayoutId id="2147483806" r:id="rId50"/>
    <p:sldLayoutId id="2147483807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753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66" name="Google Shape;466;p5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67705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dkvlu9tE8Y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F9B9-B6FA-748B-2E23-067AAD33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Rencana</a:t>
            </a:r>
            <a:br>
              <a:rPr lang="en-US"/>
            </a:br>
            <a:r>
              <a:rPr lang="en-US"/>
              <a:t>Digital Klaim BPJS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58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FB73-69CA-A8D3-ACE6-02FED80B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Kelengkapan Berkas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D9FD-5B07-DB6F-F565-2221426CE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233" y="1409533"/>
            <a:ext cx="10317600" cy="394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Rawat Jalan</a:t>
            </a:r>
          </a:p>
          <a:p>
            <a:r>
              <a:rPr lang="en-US" sz="2400"/>
              <a:t>Resume [TTd]</a:t>
            </a:r>
          </a:p>
          <a:p>
            <a:r>
              <a:rPr lang="en-US" sz="2400"/>
              <a:t>ESEP</a:t>
            </a:r>
          </a:p>
          <a:p>
            <a:r>
              <a:rPr lang="en-US" sz="2400"/>
              <a:t>Billing [TTd]</a:t>
            </a:r>
          </a:p>
          <a:p>
            <a:r>
              <a:rPr lang="en-US" sz="2400"/>
              <a:t>Inacbgs</a:t>
            </a:r>
          </a:p>
          <a:p>
            <a:r>
              <a:rPr lang="en-US" sz="2400"/>
              <a:t>SKDP [Surat Kontrol/Surat Rujukan-rujuk baru/Konsulan-internal] </a:t>
            </a:r>
          </a:p>
          <a:p>
            <a:r>
              <a:rPr lang="en-US" sz="2400"/>
              <a:t>Penunjang [Lab-bacaan/Radiologi-bacaan/EKG/Biometri,dll] </a:t>
            </a:r>
          </a:p>
          <a:p>
            <a:r>
              <a:rPr lang="en-ID" sz="2400"/>
              <a:t>3 Lembar Rehab Medik [Asesmen Awal]</a:t>
            </a:r>
          </a:p>
          <a:p>
            <a:pPr marL="0" indent="0">
              <a:buNone/>
            </a:pPr>
            <a:endParaRPr lang="en-ID" sz="2400"/>
          </a:p>
        </p:txBody>
      </p:sp>
    </p:spTree>
    <p:extLst>
      <p:ext uri="{BB962C8B-B14F-4D97-AF65-F5344CB8AC3E}">
        <p14:creationId xmlns:p14="http://schemas.microsoft.com/office/powerpoint/2010/main" val="320053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8266-CA3E-2922-A8AF-4604AB42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EAC8-7410-7D00-15FE-2EAF5E71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Kendala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885B9-D53A-36E3-60A8-65798F5E7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233" y="1409533"/>
            <a:ext cx="10317600" cy="287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Rawat Jalan</a:t>
            </a:r>
          </a:p>
          <a:p>
            <a:r>
              <a:rPr lang="en-ID" sz="2400"/>
              <a:t>Cetakan resume tidak jelas</a:t>
            </a:r>
          </a:p>
          <a:p>
            <a:r>
              <a:rPr lang="en-ID" sz="2400"/>
              <a:t>Resume tidak diisi lengkap [diagnose/soap]</a:t>
            </a:r>
          </a:p>
          <a:p>
            <a:r>
              <a:rPr lang="en-ID" sz="2400"/>
              <a:t>SKDP tidak ada</a:t>
            </a:r>
          </a:p>
          <a:p>
            <a:r>
              <a:rPr lang="en-ID" sz="2400"/>
              <a:t>Hasil penunjang tidak ada/ tidak ada stempel dn ttd DPJP</a:t>
            </a:r>
          </a:p>
          <a:p>
            <a:r>
              <a:rPr lang="en-ID" sz="2400"/>
              <a:t>Rehab, harus PR tanda tangan</a:t>
            </a:r>
          </a:p>
        </p:txBody>
      </p:sp>
    </p:spTree>
    <p:extLst>
      <p:ext uri="{BB962C8B-B14F-4D97-AF65-F5344CB8AC3E}">
        <p14:creationId xmlns:p14="http://schemas.microsoft.com/office/powerpoint/2010/main" val="278362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F2A0-92BB-8A6E-462C-464F4320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30B4-97C0-C535-79A6-39410B2F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Kelengkapan Berkas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58899-79EE-9906-5B08-5E7539E2E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Rawat Darurat</a:t>
            </a:r>
          </a:p>
          <a:p>
            <a:r>
              <a:rPr lang="en-US" sz="2400"/>
              <a:t>Resume</a:t>
            </a:r>
          </a:p>
          <a:p>
            <a:r>
              <a:rPr lang="en-US" sz="2400"/>
              <a:t>ESEP</a:t>
            </a:r>
          </a:p>
          <a:p>
            <a:r>
              <a:rPr lang="en-US" sz="2400"/>
              <a:t>Billing</a:t>
            </a:r>
          </a:p>
          <a:p>
            <a:r>
              <a:rPr lang="en-US" sz="2400"/>
              <a:t>Inacbgs</a:t>
            </a:r>
          </a:p>
          <a:p>
            <a:r>
              <a:rPr lang="en-US" sz="2400"/>
              <a:t>Penunjang [Lab-bacaan/Radiologi-bacaan/EKG/Biometri,dll] </a:t>
            </a:r>
          </a:p>
          <a:p>
            <a:r>
              <a:rPr lang="en-US" sz="2400"/>
              <a:t>Triage [Cetak dari SIMGOS]</a:t>
            </a:r>
          </a:p>
          <a:p>
            <a:r>
              <a:rPr lang="en-US" sz="2400"/>
              <a:t>Matriks [Manual]</a:t>
            </a:r>
          </a:p>
        </p:txBody>
      </p:sp>
    </p:spTree>
    <p:extLst>
      <p:ext uri="{BB962C8B-B14F-4D97-AF65-F5344CB8AC3E}">
        <p14:creationId xmlns:p14="http://schemas.microsoft.com/office/powerpoint/2010/main" val="377094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46FB-5C69-6E1A-A109-03508D5F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EE9D-07B4-00CF-FDEC-B9355470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Kendala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1E1F5-C046-F8B7-D69E-A8ED74D32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/>
              <a:t>Rawat Darurat</a:t>
            </a:r>
          </a:p>
          <a:p>
            <a:r>
              <a:rPr lang="en-US" sz="2800"/>
              <a:t>Resume</a:t>
            </a:r>
            <a:r>
              <a:rPr lang="en-US"/>
              <a:t>123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98189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9827-2820-BD51-CA00-1EBF0CE8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02AD-B7E4-49FB-6047-8EE4C8B8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Berkas Klaim yang di kirim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01C5-5545-68CC-2AC4-7A23B1988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/>
              <a:t>1 Periode 1 bulan</a:t>
            </a:r>
          </a:p>
          <a:p>
            <a:pPr marL="0" indent="0">
              <a:buNone/>
            </a:pPr>
            <a:r>
              <a:rPr lang="en-US" b="1"/>
              <a:t>Folder Utama : RJ Maret 2025</a:t>
            </a:r>
          </a:p>
          <a:p>
            <a:pPr marL="0" indent="0">
              <a:buNone/>
            </a:pPr>
            <a:r>
              <a:rPr lang="en-US" b="1"/>
              <a:t>Folder dalam : Per tanggal (mis: 01,02)</a:t>
            </a:r>
          </a:p>
          <a:p>
            <a:pPr marL="0" indent="0">
              <a:buNone/>
            </a:pPr>
            <a:r>
              <a:rPr lang="en-US" b="1"/>
              <a:t>Nama File :  No SEP (misal :012321321321), file sudah tergabung</a:t>
            </a:r>
          </a:p>
          <a:p>
            <a:pPr marL="0" indent="0">
              <a:buNone/>
            </a:pPr>
            <a:r>
              <a:rPr lang="en-US" b="1"/>
              <a:t>Urutan File : Inacbg, SEP, Resume, Billing Kasir, Penunjang, SKDP/Surat Rujukan FKTP/Lembar Konsul</a:t>
            </a:r>
          </a:p>
          <a:p>
            <a:pPr marL="0" indent="0"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53138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63FA-83D0-5907-053A-5B9EEC4BF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0EDF-892D-A524-4EF0-2D0F1C6B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Kelengkapan Berkas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637C-75DF-59AB-FA71-E8F6287888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2400" b="1"/>
              <a:t>Rawat Inap</a:t>
            </a:r>
          </a:p>
          <a:p>
            <a:r>
              <a:rPr lang="en-US" sz="2400"/>
              <a:t>Resume</a:t>
            </a:r>
          </a:p>
          <a:p>
            <a:r>
              <a:rPr lang="en-US" sz="2400"/>
              <a:t>ESEP</a:t>
            </a:r>
          </a:p>
          <a:p>
            <a:r>
              <a:rPr lang="en-US" sz="2400"/>
              <a:t>Billing</a:t>
            </a:r>
          </a:p>
          <a:p>
            <a:r>
              <a:rPr lang="en-US" sz="2400"/>
              <a:t>Inacbgs</a:t>
            </a:r>
          </a:p>
          <a:p>
            <a:r>
              <a:rPr lang="en-US" sz="2400"/>
              <a:t>Penunjang [Lab-bacaan/Radiologi-bacaan/EKG/Biometri,dll] -&gt; Gadar</a:t>
            </a:r>
          </a:p>
          <a:p>
            <a:r>
              <a:rPr lang="en-US" sz="2400"/>
              <a:t>Triage [Cetak dari SIMGOS] -&gt; Gadar</a:t>
            </a:r>
          </a:p>
          <a:p>
            <a:r>
              <a:rPr lang="en-US" sz="2400"/>
              <a:t>Matriks [Manual] -&gt; Gadar</a:t>
            </a:r>
          </a:p>
          <a:p>
            <a:r>
              <a:rPr lang="en-US" sz="2400"/>
              <a:t>Admision Note</a:t>
            </a:r>
          </a:p>
          <a:p>
            <a:endParaRPr lang="en-ID" sz="2400"/>
          </a:p>
        </p:txBody>
      </p:sp>
    </p:spTree>
    <p:extLst>
      <p:ext uri="{BB962C8B-B14F-4D97-AF65-F5344CB8AC3E}">
        <p14:creationId xmlns:p14="http://schemas.microsoft.com/office/powerpoint/2010/main" val="99865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4B6B-8B89-7586-08A7-9811ABD0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EADB-A569-FBA4-AE15-AD14CB83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Kendala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EAD46-7ABD-E535-228D-BFCFE102DE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/>
              <a:t>Rawat Inap</a:t>
            </a:r>
          </a:p>
          <a:p>
            <a:r>
              <a:rPr lang="en-US" sz="2800"/>
              <a:t>Kelas tidak sesuai</a:t>
            </a:r>
          </a:p>
          <a:p>
            <a:r>
              <a:rPr lang="en-US"/>
              <a:t>Cetakan SEP tidak sesuai vclaim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9593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EF46-5AA8-53B7-191E-D9641ED8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DB8F-53AD-FF55-06B6-A90BA46A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Referensi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4231-FB5C-4FA8-E26B-8A6955FF2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>
                <a:hlinkClick r:id="rId2"/>
              </a:rPr>
              <a:t>https://www.youtube.com/watch?v=qdkvlu9tE8Y</a:t>
            </a:r>
            <a:endParaRPr lang="en-US"/>
          </a:p>
          <a:p>
            <a:r>
              <a:rPr lang="en-US" sz="2800"/>
              <a:t>https://www.youtube.com/watch?v=xyeBbY6xzNE</a:t>
            </a:r>
          </a:p>
        </p:txBody>
      </p:sp>
    </p:spTree>
    <p:extLst>
      <p:ext uri="{BB962C8B-B14F-4D97-AF65-F5344CB8AC3E}">
        <p14:creationId xmlns:p14="http://schemas.microsoft.com/office/powerpoint/2010/main" val="26266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8820-EBAC-B49E-E05E-ED722203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6B14-7F94-23C3-16E1-9AAECA9E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Referensi</a:t>
            </a:r>
            <a:endParaRPr lang="en-ID" b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2AC6D7-BF7C-8AB9-5FEB-E1F24CD7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24D93-D485-EF4D-86D3-97897DED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8100"/>
            <a:ext cx="1139349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3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2C41-C7F5-1ED0-C9B2-288DD8A1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7668-083D-50C0-32E5-4C7B588E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Referensi</a:t>
            </a:r>
            <a:endParaRPr lang="en-ID" b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5736CC-BBF3-7CAF-AF0A-C91E6D183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48DA1-1C52-A2E0-DA1E-C7A88557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37626"/>
            <a:ext cx="11412543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32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E494-B237-E1F2-C9F0-18EC526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B28A-5E2C-531F-B659-1E5EA824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600" y="2296484"/>
            <a:ext cx="8348800" cy="1816000"/>
          </a:xfrm>
        </p:spPr>
        <p:txBody>
          <a:bodyPr/>
          <a:lstStyle/>
          <a:p>
            <a:r>
              <a:rPr lang="en-US" sz="3600"/>
              <a:t>DIGITAL KLAIM</a:t>
            </a:r>
            <a:br>
              <a:rPr lang="en-US" sz="2800"/>
            </a:br>
            <a:r>
              <a:rPr lang="en-US" sz="5400"/>
              <a:t>RAWAT JALAN</a:t>
            </a:r>
            <a:endParaRPr lang="en-ID" sz="5400"/>
          </a:p>
        </p:txBody>
      </p:sp>
    </p:spTree>
    <p:extLst>
      <p:ext uri="{BB962C8B-B14F-4D97-AF65-F5344CB8AC3E}">
        <p14:creationId xmlns:p14="http://schemas.microsoft.com/office/powerpoint/2010/main" val="114345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178D-1A63-1A3C-21AA-33B8B89D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16DB-D9BF-D3BC-A411-4542A207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PENGERTIAN </a:t>
            </a:r>
            <a:r>
              <a:rPr lang="en-US" b="0"/>
              <a:t>DIGITAL KLAIM</a:t>
            </a:r>
            <a:endParaRPr lang="en-ID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E587D-9F15-314C-F814-C39992EF6A7A}"/>
              </a:ext>
            </a:extLst>
          </p:cNvPr>
          <p:cNvSpPr txBox="1"/>
          <p:nvPr/>
        </p:nvSpPr>
        <p:spPr>
          <a:xfrm>
            <a:off x="408967" y="1711960"/>
            <a:ext cx="107083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>
                <a:latin typeface="Montserrat Medium" panose="00000600000000000000" pitchFamily="2" charset="0"/>
              </a:rPr>
              <a:t>Digital Klaim adalah proses pemberkasan klaim atau tuntutan pembayaran biaya layanan kesehatan yang dilakukan secara elektronik. </a:t>
            </a:r>
          </a:p>
          <a:p>
            <a:pPr algn="just"/>
            <a:endParaRPr lang="en-ID" sz="2400">
              <a:latin typeface="Montserrat Medium" panose="00000600000000000000" pitchFamily="2" charset="0"/>
            </a:endParaRPr>
          </a:p>
          <a:p>
            <a:pPr algn="just"/>
            <a:r>
              <a:rPr lang="en-ID" sz="2400">
                <a:latin typeface="Montserrat Medium" panose="00000600000000000000" pitchFamily="2" charset="0"/>
              </a:rPr>
              <a:t>Digitalisasi bertujuan untuk meningkatkan efisiensi, mengurangi biaya, dan memberikan akses yang lebih mudah dan cepat kepada pengguna.</a:t>
            </a:r>
          </a:p>
        </p:txBody>
      </p:sp>
    </p:spTree>
    <p:extLst>
      <p:ext uri="{BB962C8B-B14F-4D97-AF65-F5344CB8AC3E}">
        <p14:creationId xmlns:p14="http://schemas.microsoft.com/office/powerpoint/2010/main" val="191706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ED14-A525-E20C-7281-4660DB04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3260-30D3-1D1C-0BD0-5A487396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KENDALA</a:t>
            </a:r>
            <a:endParaRPr lang="en-ID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7A325-6D02-1EE9-D21F-3DD5CBF46DC8}"/>
              </a:ext>
            </a:extLst>
          </p:cNvPr>
          <p:cNvSpPr txBox="1"/>
          <p:nvPr/>
        </p:nvSpPr>
        <p:spPr>
          <a:xfrm>
            <a:off x="408967" y="1711960"/>
            <a:ext cx="1070839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Cetakan resume tidak jelas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Resume tidak diisi lengkap [Diagnosa/SOAP] SOAPI Wajib, jika tidak terisi tidak bisa simpan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SKDP tidak ada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Tindakan belum terisi (pemeriksaan dokter &amp; Tindakan medikasi)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Hasil penunjang tidak ada/ tidak ada stempel dan tanda tangan DPJP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Lembar Konsul (rujuk internal), yang penting terisi alasan konsul, klo jawaban tidak penting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Lembar konsul pertama tidak butuh SKDP, untuk kunjungan kedua dan selanjutnya butuh SKDP lewat simgos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Rehabilitasi Medis harus PR tanda tangan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Tanggal rencana control SKDP sama dengan SEP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Laporan Operasi Minor sering tercecer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Berkas yang bawa pasien, rawan dibawa pulang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PRB yang cetak apotik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Resume Rajal kadang tidak ke print + Resume OP juga harus ada.. TTV IBS juga harus ada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Rujukan baru tanpa SKDP, pake rujukan awal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Ketika ada PR an, berkas dikembalikan ke unit, rawan hilang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SKDP Poli Paru kadang tidak ada, yang buat bagian pendaftaran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Tarif di inacbg kadang tidak sesuai dengan di simgos, misal konsultasi : 270.000 harusnya Cuma 90,000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Tgl SEP tidak sesuai dengan Tgl Kunjungan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No SEP dan Tgl SEP tidak sama, misal 0151R013</a:t>
            </a:r>
            <a:r>
              <a:rPr lang="en-ID" b="1">
                <a:latin typeface="Montserrat Medium" panose="00000600000000000000" pitchFamily="2" charset="0"/>
              </a:rPr>
              <a:t>0325</a:t>
            </a:r>
            <a:r>
              <a:rPr lang="en-ID">
                <a:latin typeface="Montserrat Medium" panose="00000600000000000000" pitchFamily="2" charset="0"/>
              </a:rPr>
              <a:t>V003739 // 04-04-2025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Cetakan eklaim, procedur (icd9) jika kosong jangan nul, tp “-”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Jika mau cetak individual klaim, maka diagnosany harus sesuai dengan yang dicoding RM, selama ini masih coding ulang di eklaim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>
                <a:latin typeface="Montserrat Medium" panose="00000600000000000000" pitchFamily="2" charset="0"/>
              </a:rPr>
              <a:t>Lab cetaknya di LIS, klo bisa lewat simgos</a:t>
            </a:r>
          </a:p>
        </p:txBody>
      </p:sp>
    </p:spTree>
    <p:extLst>
      <p:ext uri="{BB962C8B-B14F-4D97-AF65-F5344CB8AC3E}">
        <p14:creationId xmlns:p14="http://schemas.microsoft.com/office/powerpoint/2010/main" val="158527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00FD-ACC2-0531-928A-1DB0F6B1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A6D99-8085-375E-831E-8EB045DD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KELENGKAPAN BERKAS</a:t>
            </a:r>
            <a:endParaRPr lang="en-ID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3F8CE-558C-3823-8B44-B60CC47A72AD}"/>
              </a:ext>
            </a:extLst>
          </p:cNvPr>
          <p:cNvSpPr txBox="1"/>
          <p:nvPr/>
        </p:nvSpPr>
        <p:spPr>
          <a:xfrm>
            <a:off x="408967" y="1711960"/>
            <a:ext cx="107083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Resume [tanda tangan basah]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ESEP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Billing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Inacbgs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SKDP [Surat Kontrol/Surat Rujukan-rujuk baru/Konsulan-internal]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Penunjang [Lab-bacaan/Radiologi-bacaan/EKG/Biometri,dll]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>
                <a:latin typeface="Montserrat Medium" panose="00000600000000000000" pitchFamily="2" charset="0"/>
              </a:rPr>
              <a:t>3 Lembar Rehab Medik [Asesmen Awal]</a:t>
            </a:r>
          </a:p>
        </p:txBody>
      </p:sp>
    </p:spTree>
    <p:extLst>
      <p:ext uri="{BB962C8B-B14F-4D97-AF65-F5344CB8AC3E}">
        <p14:creationId xmlns:p14="http://schemas.microsoft.com/office/powerpoint/2010/main" val="2024913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AABB5-4257-398A-280A-BD0B897C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33CC-3142-B8C7-2287-0BF5CF252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 b="0"/>
              <a:t>Alur Berkas Rawat Jalan</a:t>
            </a:r>
            <a:endParaRPr lang="en-ID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39301-FABB-6F89-32AB-9183E06B8901}"/>
              </a:ext>
            </a:extLst>
          </p:cNvPr>
          <p:cNvSpPr txBox="1"/>
          <p:nvPr/>
        </p:nvSpPr>
        <p:spPr>
          <a:xfrm>
            <a:off x="408967" y="1711960"/>
            <a:ext cx="107083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>
                <a:latin typeface="Montserrat Medium" panose="00000600000000000000" pitchFamily="2" charset="0"/>
              </a:rPr>
              <a:t>Mas Sony ambil berkas di kasir -&gt; Kemudian diteliti, yang tidak lengkap dikembalikan ke unitnya -&gt; Jika sudah lengkap ke mba nita untuk di coding ditulis diberkas dan di grouping dari simgos [dengan memasukkan cara masuk, klik Klaim Baru, lalu klik proses grouping] -&gt; Final grouping di Inacbg oleh Mas Fajar -&gt;Verifikasi terakhir dilakukan oleh Mba Dwi</a:t>
            </a:r>
            <a:endParaRPr lang="en-ID" sz="2400"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60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2386-1841-8A08-DEA8-DC15C9F9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FBEB-A796-C1BC-648A-9EF29A53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Alur</a:t>
            </a:r>
            <a:endParaRPr lang="en-ID" b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B78D09-A530-DC66-53D9-82AED48A4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67272"/>
              </p:ext>
            </p:extLst>
          </p:nvPr>
        </p:nvGraphicFramePr>
        <p:xfrm>
          <a:off x="439534" y="1527416"/>
          <a:ext cx="11320665" cy="5020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3555">
                  <a:extLst>
                    <a:ext uri="{9D8B030D-6E8A-4147-A177-3AD203B41FA5}">
                      <a16:colId xmlns:a16="http://schemas.microsoft.com/office/drawing/2014/main" val="2138603246"/>
                    </a:ext>
                  </a:extLst>
                </a:gridCol>
                <a:gridCol w="3773555">
                  <a:extLst>
                    <a:ext uri="{9D8B030D-6E8A-4147-A177-3AD203B41FA5}">
                      <a16:colId xmlns:a16="http://schemas.microsoft.com/office/drawing/2014/main" val="903054721"/>
                    </a:ext>
                  </a:extLst>
                </a:gridCol>
                <a:gridCol w="3773555">
                  <a:extLst>
                    <a:ext uri="{9D8B030D-6E8A-4147-A177-3AD203B41FA5}">
                      <a16:colId xmlns:a16="http://schemas.microsoft.com/office/drawing/2014/main" val="365370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UNIT</a:t>
                      </a:r>
                      <a:endParaRPr lang="en-ID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TIM ASURANSI</a:t>
                      </a:r>
                      <a:endParaRPr lang="en-ID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BPJS KESEHATAN</a:t>
                      </a:r>
                      <a:endParaRPr lang="en-ID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49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5223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FD062D-15FF-D371-0ED5-CB2418E8C489}"/>
              </a:ext>
            </a:extLst>
          </p:cNvPr>
          <p:cNvSpPr/>
          <p:nvPr/>
        </p:nvSpPr>
        <p:spPr>
          <a:xfrm>
            <a:off x="967767" y="3191932"/>
            <a:ext cx="2579766" cy="11091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Monitoring Rawat Jalan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645980-DAE2-71D8-B2B8-BFFB8C1F1BFF}"/>
              </a:ext>
            </a:extLst>
          </p:cNvPr>
          <p:cNvSpPr/>
          <p:nvPr/>
        </p:nvSpPr>
        <p:spPr>
          <a:xfrm>
            <a:off x="4806117" y="2038867"/>
            <a:ext cx="2579766" cy="11091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Verifikasi Berkas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3BF176-428B-69FB-F014-67B1284AB766}"/>
              </a:ext>
            </a:extLst>
          </p:cNvPr>
          <p:cNvSpPr/>
          <p:nvPr/>
        </p:nvSpPr>
        <p:spPr>
          <a:xfrm>
            <a:off x="8644467" y="2038867"/>
            <a:ext cx="2579766" cy="11091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Berkas Klaim Final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EA74BF-1A14-07D6-B2A1-31E0BDB96F25}"/>
              </a:ext>
            </a:extLst>
          </p:cNvPr>
          <p:cNvCxnSpPr/>
          <p:nvPr/>
        </p:nvCxnSpPr>
        <p:spPr>
          <a:xfrm>
            <a:off x="6096000" y="3148000"/>
            <a:ext cx="0" cy="543467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234415-D223-9112-2CF2-3AF547CFE331}"/>
              </a:ext>
            </a:extLst>
          </p:cNvPr>
          <p:cNvCxnSpPr>
            <a:cxnSpLocks/>
          </p:cNvCxnSpPr>
          <p:nvPr/>
        </p:nvCxnSpPr>
        <p:spPr>
          <a:xfrm>
            <a:off x="4176825" y="2526180"/>
            <a:ext cx="657280" cy="0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ACBB98AE-AF9F-8A08-4779-6CA91AC65A77}"/>
              </a:ext>
            </a:extLst>
          </p:cNvPr>
          <p:cNvSpPr/>
          <p:nvPr/>
        </p:nvSpPr>
        <p:spPr>
          <a:xfrm>
            <a:off x="5113871" y="3691467"/>
            <a:ext cx="1981191" cy="100865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Lengkap</a:t>
            </a:r>
            <a:endParaRPr lang="en-ID" b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94EE72-4FB9-B859-6B4C-4E3DFB4657E1}"/>
              </a:ext>
            </a:extLst>
          </p:cNvPr>
          <p:cNvCxnSpPr/>
          <p:nvPr/>
        </p:nvCxnSpPr>
        <p:spPr>
          <a:xfrm>
            <a:off x="6096000" y="4700124"/>
            <a:ext cx="0" cy="543467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51ACEF-4D2A-CE4A-5CA9-4662105508AF}"/>
              </a:ext>
            </a:extLst>
          </p:cNvPr>
          <p:cNvCxnSpPr>
            <a:cxnSpLocks/>
          </p:cNvCxnSpPr>
          <p:nvPr/>
        </p:nvCxnSpPr>
        <p:spPr>
          <a:xfrm>
            <a:off x="3575521" y="5410281"/>
            <a:ext cx="654644" cy="0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D1EF26-F5AD-64C0-5476-41DE73F6AC4E}"/>
              </a:ext>
            </a:extLst>
          </p:cNvPr>
          <p:cNvSpPr/>
          <p:nvPr/>
        </p:nvSpPr>
        <p:spPr>
          <a:xfrm>
            <a:off x="995755" y="4744613"/>
            <a:ext cx="2579766" cy="11091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Membenahi berkas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2AB6B-4515-1C9E-11A6-4DF21B5B7947}"/>
              </a:ext>
            </a:extLst>
          </p:cNvPr>
          <p:cNvSpPr txBox="1"/>
          <p:nvPr/>
        </p:nvSpPr>
        <p:spPr>
          <a:xfrm>
            <a:off x="4176825" y="3837780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Montserrat Medium" panose="00000600000000000000" pitchFamily="2" charset="0"/>
              </a:rPr>
              <a:t>belum</a:t>
            </a:r>
            <a:endParaRPr lang="en-ID" b="1">
              <a:latin typeface="Montserrat Medium" panose="000006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530764-9915-8E32-856B-AD3AD0D2FF45}"/>
              </a:ext>
            </a:extLst>
          </p:cNvPr>
          <p:cNvCxnSpPr>
            <a:cxnSpLocks/>
          </p:cNvCxnSpPr>
          <p:nvPr/>
        </p:nvCxnSpPr>
        <p:spPr>
          <a:xfrm>
            <a:off x="2232250" y="4312981"/>
            <a:ext cx="2950" cy="433401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3EBF9AB-6731-35D4-D0D5-3883F227D274}"/>
              </a:ext>
            </a:extLst>
          </p:cNvPr>
          <p:cNvSpPr txBox="1"/>
          <p:nvPr/>
        </p:nvSpPr>
        <p:spPr>
          <a:xfrm>
            <a:off x="6112995" y="4709292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Montserrat Medium" panose="00000600000000000000" pitchFamily="2" charset="0"/>
              </a:rPr>
              <a:t>sudah</a:t>
            </a:r>
            <a:endParaRPr lang="en-ID" b="1">
              <a:latin typeface="Montserrat Medium" panose="00000600000000000000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3CFC4E3-3F46-DC4B-3C7B-02800F1F6470}"/>
              </a:ext>
            </a:extLst>
          </p:cNvPr>
          <p:cNvSpPr/>
          <p:nvPr/>
        </p:nvSpPr>
        <p:spPr>
          <a:xfrm>
            <a:off x="4823112" y="5252759"/>
            <a:ext cx="2579766" cy="11091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Generate Berkas Klaim 1 Periode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4ED5CF-353D-2442-5E9D-212EFB0FF781}"/>
              </a:ext>
            </a:extLst>
          </p:cNvPr>
          <p:cNvSpPr/>
          <p:nvPr/>
        </p:nvSpPr>
        <p:spPr>
          <a:xfrm>
            <a:off x="958934" y="2110572"/>
            <a:ext cx="2579766" cy="53789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Montserrat Medium" panose="00000600000000000000" pitchFamily="2" charset="0"/>
              </a:rPr>
              <a:t>Layanan</a:t>
            </a:r>
            <a:endParaRPr lang="en-ID" sz="2400" b="1">
              <a:latin typeface="Montserrat Medium" panose="00000600000000000000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A6B7A7-AF7C-B1FF-29B1-CAA33BFF5AA4}"/>
              </a:ext>
            </a:extLst>
          </p:cNvPr>
          <p:cNvCxnSpPr/>
          <p:nvPr/>
        </p:nvCxnSpPr>
        <p:spPr>
          <a:xfrm>
            <a:off x="2223783" y="2648465"/>
            <a:ext cx="0" cy="543467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318AD0-CD1B-7DDD-D945-CC28BE8475AF}"/>
              </a:ext>
            </a:extLst>
          </p:cNvPr>
          <p:cNvCxnSpPr/>
          <p:nvPr/>
        </p:nvCxnSpPr>
        <p:spPr>
          <a:xfrm>
            <a:off x="3560281" y="3691467"/>
            <a:ext cx="601304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2730AD-2D69-C9A6-37BA-78E31B31FE12}"/>
              </a:ext>
            </a:extLst>
          </p:cNvPr>
          <p:cNvCxnSpPr>
            <a:cxnSpLocks/>
          </p:cNvCxnSpPr>
          <p:nvPr/>
        </p:nvCxnSpPr>
        <p:spPr>
          <a:xfrm flipV="1">
            <a:off x="4176825" y="2505860"/>
            <a:ext cx="0" cy="1220318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7F878A-CC73-E07B-54C3-BD29793668CD}"/>
              </a:ext>
            </a:extLst>
          </p:cNvPr>
          <p:cNvCxnSpPr>
            <a:cxnSpLocks/>
          </p:cNvCxnSpPr>
          <p:nvPr/>
        </p:nvCxnSpPr>
        <p:spPr>
          <a:xfrm flipV="1">
            <a:off x="4230165" y="4189963"/>
            <a:ext cx="0" cy="1220318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75243C-8607-9096-9775-23F4A8E1D06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230165" y="4189963"/>
            <a:ext cx="883706" cy="5833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FCC4F-5FE4-44B4-9BE1-104BBF317774}"/>
              </a:ext>
            </a:extLst>
          </p:cNvPr>
          <p:cNvCxnSpPr>
            <a:cxnSpLocks/>
          </p:cNvCxnSpPr>
          <p:nvPr/>
        </p:nvCxnSpPr>
        <p:spPr>
          <a:xfrm flipV="1">
            <a:off x="8002065" y="2505860"/>
            <a:ext cx="0" cy="3347886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80FC23F-AAD1-F7D3-302B-0C586A359F10}"/>
              </a:ext>
            </a:extLst>
          </p:cNvPr>
          <p:cNvCxnSpPr>
            <a:cxnSpLocks/>
          </p:cNvCxnSpPr>
          <p:nvPr/>
        </p:nvCxnSpPr>
        <p:spPr>
          <a:xfrm>
            <a:off x="8002065" y="2522520"/>
            <a:ext cx="657280" cy="0"/>
          </a:xfrm>
          <a:prstGeom prst="straightConnector1">
            <a:avLst/>
          </a:prstGeom>
          <a:ln w="571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4D02D4-DD1E-1154-2A0D-052AB6779753}"/>
              </a:ext>
            </a:extLst>
          </p:cNvPr>
          <p:cNvCxnSpPr/>
          <p:nvPr/>
        </p:nvCxnSpPr>
        <p:spPr>
          <a:xfrm>
            <a:off x="7402878" y="5853746"/>
            <a:ext cx="601304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588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5CDF4-9D45-BD4C-779E-8E289F60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AF744-DEA1-376A-A92A-C050A7124267}"/>
              </a:ext>
            </a:extLst>
          </p:cNvPr>
          <p:cNvSpPr/>
          <p:nvPr/>
        </p:nvSpPr>
        <p:spPr>
          <a:xfrm>
            <a:off x="251460" y="2674620"/>
            <a:ext cx="11353800" cy="2182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FB54E-44E4-9365-BB91-0FCAD55A930B}"/>
              </a:ext>
            </a:extLst>
          </p:cNvPr>
          <p:cNvSpPr/>
          <p:nvPr/>
        </p:nvSpPr>
        <p:spPr>
          <a:xfrm>
            <a:off x="408967" y="3598662"/>
            <a:ext cx="8856953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982B2-55B2-84DF-0BF2-5CBB7684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Rencana Program</a:t>
            </a:r>
            <a:endParaRPr lang="en-ID" b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03550-234B-A115-D26D-FF9EF3BFF720}"/>
              </a:ext>
            </a:extLst>
          </p:cNvPr>
          <p:cNvSpPr txBox="1"/>
          <p:nvPr/>
        </p:nvSpPr>
        <p:spPr>
          <a:xfrm>
            <a:off x="399255" y="1538937"/>
            <a:ext cx="1070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>
                <a:latin typeface="Montserrat Medium" panose="00000600000000000000" pitchFamily="2" charset="0"/>
              </a:rPr>
              <a:t>Monitoring Kesesuaian Berkas | Unit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9AD27-EB2E-1285-9BD5-3976B9743AFB}"/>
              </a:ext>
            </a:extLst>
          </p:cNvPr>
          <p:cNvSpPr txBox="1"/>
          <p:nvPr/>
        </p:nvSpPr>
        <p:spPr>
          <a:xfrm>
            <a:off x="408967" y="3598662"/>
            <a:ext cx="9931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N</a:t>
            </a:r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o. Kunjungan | Pasien | No RM | Poliklinik | Tgl Kunjungan | SOAP | SKDP | Tindakan | SEP</a:t>
            </a:r>
          </a:p>
          <a:p>
            <a:pPr algn="just"/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 </a:t>
            </a:r>
          </a:p>
          <a:p>
            <a:pPr algn="just"/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Xxxxxxxxxxxxx | xxxxx    | xxxxx |   xxxxxxxxx | xxxxxxx              | x          | x         | x                 |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3B81B-4F47-0919-6456-87E23F7CD333}"/>
              </a:ext>
            </a:extLst>
          </p:cNvPr>
          <p:cNvSpPr txBox="1"/>
          <p:nvPr/>
        </p:nvSpPr>
        <p:spPr>
          <a:xfrm>
            <a:off x="469927" y="2798443"/>
            <a:ext cx="9931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Pencarian Lanjut : [Pasien/Poliklinik/Dokter/[Tidak Lengkap/Catatan]/Unit/Tanggal Kunjungan]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219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E610-536F-78EA-4837-0246138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61129F-23D7-D9FB-24E9-ECC4DB2CF05E}"/>
              </a:ext>
            </a:extLst>
          </p:cNvPr>
          <p:cNvSpPr/>
          <p:nvPr/>
        </p:nvSpPr>
        <p:spPr>
          <a:xfrm>
            <a:off x="251460" y="2674620"/>
            <a:ext cx="11353800" cy="2182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A8BDF-CBEA-8E5C-1160-15EB186C68A2}"/>
              </a:ext>
            </a:extLst>
          </p:cNvPr>
          <p:cNvSpPr/>
          <p:nvPr/>
        </p:nvSpPr>
        <p:spPr>
          <a:xfrm>
            <a:off x="408967" y="3598662"/>
            <a:ext cx="10190453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811EE-4A4B-7B10-FD09-4C1FFA03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Rencana Program</a:t>
            </a:r>
            <a:endParaRPr lang="en-ID" b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CD0B4-6495-857F-F08D-7D0AC24466DE}"/>
              </a:ext>
            </a:extLst>
          </p:cNvPr>
          <p:cNvSpPr txBox="1"/>
          <p:nvPr/>
        </p:nvSpPr>
        <p:spPr>
          <a:xfrm>
            <a:off x="399255" y="1538937"/>
            <a:ext cx="1070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>
                <a:latin typeface="Montserrat Medium" panose="00000600000000000000" pitchFamily="2" charset="0"/>
              </a:rPr>
              <a:t>Berkas Klaim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4A6FE-D7EE-7819-687E-1C1960051C2B}"/>
              </a:ext>
            </a:extLst>
          </p:cNvPr>
          <p:cNvSpPr txBox="1"/>
          <p:nvPr/>
        </p:nvSpPr>
        <p:spPr>
          <a:xfrm>
            <a:off x="408967" y="3598662"/>
            <a:ext cx="10853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N</a:t>
            </a:r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o. Kunjungan | Pasien | No RM | Tgl Kunjungan | SEP               | Status Berkas                                      [Berkas Klaim]</a:t>
            </a:r>
          </a:p>
          <a:p>
            <a:pPr algn="just"/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 </a:t>
            </a:r>
          </a:p>
          <a:p>
            <a:pPr algn="just"/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Xxxxxxxxxxxxx | xxxxx    | xxxxx   |   xxxxxxxxx          | xxxxxxx        | [Belum Verifikasi/Sudah Verifikasi/Catatan]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86C0A-798F-27BF-C5FB-13DDCBE45712}"/>
              </a:ext>
            </a:extLst>
          </p:cNvPr>
          <p:cNvSpPr txBox="1"/>
          <p:nvPr/>
        </p:nvSpPr>
        <p:spPr>
          <a:xfrm>
            <a:off x="469927" y="2798443"/>
            <a:ext cx="10792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Pencarian Lanjut : [Pasien/Poliklinik/Dokter/[Belum Verifikasi/Sudah Verifikasi/Catatan]/Unit/Tanggal Kunjungan]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2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C888-8FCA-30E4-B15A-E7716D3F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A1AC09-E560-AE61-CC14-30231AB9CD99}"/>
              </a:ext>
            </a:extLst>
          </p:cNvPr>
          <p:cNvSpPr/>
          <p:nvPr/>
        </p:nvSpPr>
        <p:spPr>
          <a:xfrm>
            <a:off x="251460" y="2197179"/>
            <a:ext cx="11353800" cy="3901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D6A8B-64A4-32EE-3F7C-4DEA5646188E}"/>
              </a:ext>
            </a:extLst>
          </p:cNvPr>
          <p:cNvSpPr/>
          <p:nvPr/>
        </p:nvSpPr>
        <p:spPr>
          <a:xfrm>
            <a:off x="817893" y="2332189"/>
            <a:ext cx="10190453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B29F8-8E62-76CE-09AE-4FA230E0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67" y="578760"/>
            <a:ext cx="10317600" cy="763600"/>
          </a:xfrm>
        </p:spPr>
        <p:txBody>
          <a:bodyPr/>
          <a:lstStyle/>
          <a:p>
            <a:r>
              <a:rPr lang="en-US"/>
              <a:t>Rencana Program</a:t>
            </a:r>
            <a:endParaRPr lang="en-ID" b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87E2F-D1CD-7E16-7209-AE3118604272}"/>
              </a:ext>
            </a:extLst>
          </p:cNvPr>
          <p:cNvSpPr txBox="1"/>
          <p:nvPr/>
        </p:nvSpPr>
        <p:spPr>
          <a:xfrm>
            <a:off x="399255" y="1538937"/>
            <a:ext cx="1070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>
                <a:latin typeface="Montserrat Medium" panose="00000600000000000000" pitchFamily="2" charset="0"/>
              </a:rPr>
              <a:t>Proses Verifikasi Klaim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22FE9-C430-1F33-2ADD-8ACA88D01A34}"/>
              </a:ext>
            </a:extLst>
          </p:cNvPr>
          <p:cNvSpPr txBox="1"/>
          <p:nvPr/>
        </p:nvSpPr>
        <p:spPr>
          <a:xfrm>
            <a:off x="2311412" y="2332188"/>
            <a:ext cx="7731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Verifikasi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2ABC8-D68B-5BFC-C513-5F0A5FEA4A4F}"/>
              </a:ext>
            </a:extLst>
          </p:cNvPr>
          <p:cNvSpPr/>
          <p:nvPr/>
        </p:nvSpPr>
        <p:spPr>
          <a:xfrm>
            <a:off x="817892" y="2774975"/>
            <a:ext cx="10190453" cy="4128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9F33D-70B1-CBFB-252C-2CA069FA67C1}"/>
              </a:ext>
            </a:extLst>
          </p:cNvPr>
          <p:cNvSpPr txBox="1"/>
          <p:nvPr/>
        </p:nvSpPr>
        <p:spPr>
          <a:xfrm>
            <a:off x="967740" y="2827488"/>
            <a:ext cx="989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No Kunjungan | No RM | Nama Pasien | Tgl Kunjungan | No Kunjungan | No Kartu | Poli | Dokter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73B191-7A36-7203-0D4B-4E1DAB4F2FEC}"/>
              </a:ext>
            </a:extLst>
          </p:cNvPr>
          <p:cNvSpPr/>
          <p:nvPr/>
        </p:nvSpPr>
        <p:spPr>
          <a:xfrm>
            <a:off x="817893" y="3345151"/>
            <a:ext cx="1955788" cy="2364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9A3BE5-B3B5-8508-148F-9C0EA50356DA}"/>
              </a:ext>
            </a:extLst>
          </p:cNvPr>
          <p:cNvSpPr/>
          <p:nvPr/>
        </p:nvSpPr>
        <p:spPr>
          <a:xfrm>
            <a:off x="2974353" y="3345151"/>
            <a:ext cx="8033991" cy="2364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182CC-148A-1A90-8687-67C12DA95DBF}"/>
              </a:ext>
            </a:extLst>
          </p:cNvPr>
          <p:cNvSpPr txBox="1"/>
          <p:nvPr/>
        </p:nvSpPr>
        <p:spPr>
          <a:xfrm>
            <a:off x="3134373" y="4335421"/>
            <a:ext cx="7731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Preview Berkas Klaim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47898-6F4D-C4EA-3F93-8E9AA4512B33}"/>
              </a:ext>
            </a:extLst>
          </p:cNvPr>
          <p:cNvSpPr txBox="1"/>
          <p:nvPr/>
        </p:nvSpPr>
        <p:spPr>
          <a:xfrm>
            <a:off x="883917" y="3457798"/>
            <a:ext cx="1493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Berkas :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2A119-8F2C-6D4C-5E24-4029F0EB84C6}"/>
              </a:ext>
            </a:extLst>
          </p:cNvPr>
          <p:cNvSpPr txBox="1"/>
          <p:nvPr/>
        </p:nvSpPr>
        <p:spPr>
          <a:xfrm>
            <a:off x="982977" y="3787607"/>
            <a:ext cx="17907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[x] Resume Medis</a:t>
            </a:r>
          </a:p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[x] SEP</a:t>
            </a:r>
          </a:p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[x] SKDP</a:t>
            </a:r>
          </a:p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[x</a:t>
            </a:r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] Billing</a:t>
            </a:r>
          </a:p>
          <a:p>
            <a:r>
              <a:rPr lang="en-ID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[x] Individual</a:t>
            </a:r>
            <a:endParaRPr lang="en-US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BCB9EB-A96B-7890-A9B9-9574A1B830D3}"/>
              </a:ext>
            </a:extLst>
          </p:cNvPr>
          <p:cNvSpPr txBox="1"/>
          <p:nvPr/>
        </p:nvSpPr>
        <p:spPr>
          <a:xfrm>
            <a:off x="967740" y="5025801"/>
            <a:ext cx="149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[Upload]</a:t>
            </a:r>
          </a:p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[Scanner]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04669-5206-344B-7FB1-4EA77FE39277}"/>
              </a:ext>
            </a:extLst>
          </p:cNvPr>
          <p:cNvSpPr txBox="1"/>
          <p:nvPr/>
        </p:nvSpPr>
        <p:spPr>
          <a:xfrm>
            <a:off x="716280" y="6392492"/>
            <a:ext cx="989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10000"/>
                  </a:schemeClr>
                </a:solidFill>
                <a:latin typeface="Montserrat Medium" panose="00000600000000000000" pitchFamily="2" charset="0"/>
              </a:rPr>
              <a:t>Setelah proses verifikasi bisa langsung </a:t>
            </a:r>
            <a:endParaRPr lang="en-ID">
              <a:solidFill>
                <a:schemeClr val="accent6">
                  <a:lumMod val="10000"/>
                </a:schemeClr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563362"/>
      </p:ext>
    </p:extLst>
  </p:cSld>
  <p:clrMapOvr>
    <a:masterClrMapping/>
  </p:clrMapOvr>
</p:sld>
</file>

<file path=ppt/theme/theme1.xml><?xml version="1.0" encoding="utf-8"?>
<a:theme xmlns:a="http://schemas.openxmlformats.org/drawingml/2006/main" name="Livine Meeting XL by Slidesgo">
  <a:themeElements>
    <a:clrScheme name="Simple Light">
      <a:dk1>
        <a:srgbClr val="FFFFFF"/>
      </a:dk1>
      <a:lt1>
        <a:srgbClr val="FFFFFF"/>
      </a:lt1>
      <a:dk2>
        <a:srgbClr val="595959"/>
      </a:dk2>
      <a:lt2>
        <a:srgbClr val="EEEEEE"/>
      </a:lt2>
      <a:accent1>
        <a:srgbClr val="27316F"/>
      </a:accent1>
      <a:accent2>
        <a:srgbClr val="75C4C0"/>
      </a:accent2>
      <a:accent3>
        <a:srgbClr val="FFC800"/>
      </a:accent3>
      <a:accent4>
        <a:srgbClr val="FFFFFF"/>
      </a:accent4>
      <a:accent5>
        <a:srgbClr val="C2C2C2"/>
      </a:accent5>
      <a:accent6>
        <a:srgbClr val="F2F2F2"/>
      </a:accent6>
      <a:hlink>
        <a:srgbClr val="2731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Livine Meeting XL by Slidesgo</Template>
  <TotalTime>1665</TotalTime>
  <Words>876</Words>
  <Application>Microsoft Office PowerPoint</Application>
  <PresentationFormat>Widescreen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Courier New</vt:lpstr>
      <vt:lpstr>Montserrat</vt:lpstr>
      <vt:lpstr>Montserrat Medium</vt:lpstr>
      <vt:lpstr>Proxima Nova</vt:lpstr>
      <vt:lpstr>Proxima Nova Semibold</vt:lpstr>
      <vt:lpstr>PT Sans</vt:lpstr>
      <vt:lpstr>Livine Meeting XL by Slidesgo</vt:lpstr>
      <vt:lpstr>Slidesgo Final Pages</vt:lpstr>
      <vt:lpstr>1_Slidesgo Final Pages</vt:lpstr>
      <vt:lpstr>Rencana Digital Klaim BPJS</vt:lpstr>
      <vt:lpstr>Kelengkapan Berkas</vt:lpstr>
      <vt:lpstr>Kendala</vt:lpstr>
      <vt:lpstr>Kelengkapan Berkas</vt:lpstr>
      <vt:lpstr>Kendala</vt:lpstr>
      <vt:lpstr>Berkas Klaim yang di kirim</vt:lpstr>
      <vt:lpstr>Kelengkapan Berkas</vt:lpstr>
      <vt:lpstr>Kendala</vt:lpstr>
      <vt:lpstr>Referensi</vt:lpstr>
      <vt:lpstr>Referensi</vt:lpstr>
      <vt:lpstr>Referensi</vt:lpstr>
      <vt:lpstr>DIGITAL KLAIM RAWAT JALAN</vt:lpstr>
      <vt:lpstr>PENGERTIAN DIGITAL KLAIM</vt:lpstr>
      <vt:lpstr>KENDALA</vt:lpstr>
      <vt:lpstr>KELENGKAPAN BERKAS</vt:lpstr>
      <vt:lpstr>Alur Berkas Rawat Jalan</vt:lpstr>
      <vt:lpstr>Alur</vt:lpstr>
      <vt:lpstr>Rencana Program</vt:lpstr>
      <vt:lpstr>Rencana Program</vt:lpstr>
      <vt:lpstr>Rencana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Novi Setiyawan</dc:creator>
  <cp:lastModifiedBy>Novi Setiyawan</cp:lastModifiedBy>
  <cp:revision>8</cp:revision>
  <dcterms:created xsi:type="dcterms:W3CDTF">2025-03-26T03:27:22Z</dcterms:created>
  <dcterms:modified xsi:type="dcterms:W3CDTF">2025-04-08T02:47:13Z</dcterms:modified>
</cp:coreProperties>
</file>